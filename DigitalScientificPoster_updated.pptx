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
  </p:notesMasterIdLst>
  <p:sldIdLst>
    <p:sldId id="256" r:id="rId2"/>
  </p:sldIdLst>
  <p:sldSz cx="43891200" cy="32918400"/>
  <p:notesSz cx="6858000" cy="9144000"/>
  <p:embeddedFontLst>
    <p:embeddedFont>
      <p:font typeface="Arial Narrow" panose="020B0606020202030204" pitchFamily="34" charset="0"/>
      <p:regular r:id="rId4"/>
      <p:bold r:id="rId5"/>
      <p:italic r:id="rId6"/>
      <p:boldItalic r:id="rId7"/>
    </p:embeddedFont>
    <p:embeddedFont>
      <p:font typeface="Cabin" panose="020B0604020202020204" charset="0"/>
      <p:regular r:id="rId8"/>
      <p:bold r:id="rId9"/>
      <p:italic r:id="rId10"/>
      <p:boldItalic r:id="rId11"/>
    </p:embeddedFont>
    <p:embeddedFont>
      <p:font typeface="Domine" panose="020B0604020202020204" charset="0"/>
      <p:regular r:id="rId12"/>
      <p:bold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9938" autoAdjust="0"/>
  </p:normalViewPr>
  <p:slideViewPr>
    <p:cSldViewPr snapToGrid="0">
      <p:cViewPr varScale="1">
        <p:scale>
          <a:sx n="13" d="100"/>
          <a:sy n="13" d="100"/>
        </p:scale>
        <p:origin x="169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it Vernekar" userId="336b366ba462c6f4" providerId="LiveId" clId="{784335D0-4816-4775-A8D5-760A8C5E15A1}"/>
    <pc:docChg chg="modSld">
      <pc:chgData name="Namit Vernekar" userId="336b366ba462c6f4" providerId="LiveId" clId="{784335D0-4816-4775-A8D5-760A8C5E15A1}" dt="2025-04-02T18:46:18.520" v="4" actId="14100"/>
      <pc:docMkLst>
        <pc:docMk/>
      </pc:docMkLst>
      <pc:sldChg chg="modSp mod">
        <pc:chgData name="Namit Vernekar" userId="336b366ba462c6f4" providerId="LiveId" clId="{784335D0-4816-4775-A8D5-760A8C5E15A1}" dt="2025-04-02T18:46:18.520" v="4" actId="14100"/>
        <pc:sldMkLst>
          <pc:docMk/>
          <pc:sldMk cId="0" sldId="256"/>
        </pc:sldMkLst>
        <pc:spChg chg="mod">
          <ac:chgData name="Namit Vernekar" userId="336b366ba462c6f4" providerId="LiveId" clId="{784335D0-4816-4775-A8D5-760A8C5E15A1}" dt="2025-03-28T22:33:54.060" v="3" actId="20577"/>
          <ac:spMkLst>
            <pc:docMk/>
            <pc:sldMk cId="0" sldId="256"/>
            <ac:spMk id="2" creationId="{00000000-0000-0000-0000-000000000000}"/>
          </ac:spMkLst>
        </pc:spChg>
        <pc:spChg chg="mod">
          <ac:chgData name="Namit Vernekar" userId="336b366ba462c6f4" providerId="LiveId" clId="{784335D0-4816-4775-A8D5-760A8C5E15A1}" dt="2025-04-02T18:46:18.520" v="4" actId="14100"/>
          <ac:spMkLst>
            <pc:docMk/>
            <pc:sldMk cId="0" sldId="256"/>
            <ac:spMk id="23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noAutofit/>
          </a:bodyPr>
          <a:lstStyle>
            <a:lvl1pPr marL="0" marR="0" lvl="0" indent="-88900"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1pPr>
            <a:lvl2pPr marL="455612" marR="0" lvl="1"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2pPr>
            <a:lvl3pPr marL="912812" marR="0" lvl="2"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3pPr>
            <a:lvl4pPr marL="1370012" marR="0" lvl="3"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4pPr>
            <a:lvl5pPr marL="1827211" marR="0" lvl="4"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5pPr>
            <a:lvl6pPr marL="2284412" marR="0" lvl="5"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6pPr>
            <a:lvl7pPr marL="3198812" marR="0" lvl="6"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7pPr>
            <a:lvl8pPr marL="4570412" marR="0" lvl="7"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8pPr>
            <a:lvl9pPr marL="6399212" marR="0" lvl="8"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91425" rIns="91425" bIns="91425" anchor="t" anchorCtr="0">
            <a:noAutofit/>
          </a:bodyPr>
          <a:lstStyle>
            <a:lvl1pPr marL="0" marR="0" lvl="0" indent="-88900"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1pPr>
            <a:lvl2pPr marL="455612" marR="0" lvl="1"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2pPr>
            <a:lvl3pPr marL="912812" marR="0" lvl="2"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3pPr>
            <a:lvl4pPr marL="1370012" marR="0" lvl="3"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4pPr>
            <a:lvl5pPr marL="1827211" marR="0" lvl="4"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5pPr>
            <a:lvl6pPr marL="2284412" marR="0" lvl="5"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6pPr>
            <a:lvl7pPr marL="3198812" marR="0" lvl="6"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7pPr>
            <a:lvl8pPr marL="4570412" marR="0" lvl="7"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8pPr>
            <a:lvl9pPr marL="6399212" marR="0" lvl="8"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91425" rIns="91425" bIns="91425" anchor="b" anchorCtr="0">
            <a:noAutofit/>
          </a:bodyPr>
          <a:lstStyle>
            <a:lvl1pPr marL="0" marR="0" lvl="0" indent="-88900"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1pPr>
            <a:lvl2pPr marL="455612" marR="0" lvl="1"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2pPr>
            <a:lvl3pPr marL="912812" marR="0" lvl="2"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3pPr>
            <a:lvl4pPr marL="1370012" marR="0" lvl="3"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4pPr>
            <a:lvl5pPr marL="1827211" marR="0" lvl="4"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5pPr>
            <a:lvl6pPr marL="2284412" marR="0" lvl="5"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6pPr>
            <a:lvl7pPr marL="3198812" marR="0" lvl="6" indent="-87311"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7pPr>
            <a:lvl8pPr marL="4570412" marR="0" lvl="7"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8pPr>
            <a:lvl9pPr marL="6399212" marR="0" lvl="8" indent="-87312" algn="l" rtl="0">
              <a:lnSpc>
                <a:spcPct val="100000"/>
              </a:lnSpc>
              <a:spcBef>
                <a:spcPts val="0"/>
              </a:spcBef>
              <a:spcAft>
                <a:spcPts val="0"/>
              </a:spcAft>
              <a:buSzPts val="1400"/>
              <a:buChar char="■"/>
              <a:defRPr sz="2900" b="0" i="0" u="none" strike="noStrike" cap="none">
                <a:solidFill>
                  <a:srgbClr val="000000"/>
                </a:solidFill>
                <a:latin typeface="Arial Narrow"/>
                <a:ea typeface="Arial Narrow"/>
                <a:cs typeface="Arial Narrow"/>
                <a:sym typeface="Arial Narrow"/>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4: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Arial"/>
              <a:buNone/>
            </a:pPr>
            <a:fld id="{00000000-1234-1234-1234-123412341234}" type="slidenum">
              <a:rPr lang="en-US" sz="1200" b="0" i="0" u="none" strike="noStrike" cap="none">
                <a:solidFill>
                  <a:srgbClr val="000000"/>
                </a:solidFill>
                <a:latin typeface="Arial"/>
                <a:ea typeface="Arial"/>
                <a:cs typeface="Arial"/>
                <a:sym typeface="Arial"/>
              </a:rPr>
              <a:t>1</a:t>
            </a:fld>
            <a:endParaRPr/>
          </a:p>
        </p:txBody>
      </p:sp>
      <p:sp>
        <p:nvSpPr>
          <p:cNvPr id="217" name="Google Shape;21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5852160" y="18653759"/>
            <a:ext cx="32918401" cy="4754880"/>
          </a:xfrm>
          <a:prstGeom prst="rect">
            <a:avLst/>
          </a:prstGeom>
          <a:noFill/>
          <a:ln>
            <a:noFill/>
          </a:ln>
        </p:spPr>
        <p:txBody>
          <a:bodyPr spcFirstLastPara="1" wrap="square" lIns="91425" tIns="91425" rIns="91425" bIns="91425" anchor="t" anchorCtr="0">
            <a:noAutofit/>
          </a:bodyPr>
          <a:lstStyle>
            <a:lvl1pPr marL="0" marR="0" lvl="0" indent="-88900" algn="r" rtl="0">
              <a:spcBef>
                <a:spcPts val="0"/>
              </a:spcBef>
              <a:spcAft>
                <a:spcPts val="0"/>
              </a:spcAft>
              <a:buSzPts val="1400"/>
              <a:buChar char="●"/>
              <a:defRPr sz="15400" b="0" i="0" u="none" strike="noStrike" cap="none">
                <a:solidFill>
                  <a:schemeClr val="dk1"/>
                </a:solidFill>
                <a:latin typeface="Domine"/>
                <a:ea typeface="Domine"/>
                <a:cs typeface="Domine"/>
                <a:sym typeface="Domine"/>
              </a:defRPr>
            </a:lvl1pPr>
            <a:lvl2pPr marL="0" marR="0" lvl="1"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2pPr>
            <a:lvl3pPr marL="0" marR="0" lvl="2"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3pPr>
            <a:lvl4pPr marL="0" marR="0" lvl="3"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4pPr>
            <a:lvl5pPr marL="0" marR="0" lvl="4"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5pPr>
            <a:lvl6pPr marL="457200" marR="0" lvl="5"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6pPr>
            <a:lvl7pPr marL="914400" marR="0" lvl="6"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7pPr>
            <a:lvl8pPr marL="1371600" marR="0" lvl="7"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8pPr>
            <a:lvl9pPr marL="1828800" marR="0" lvl="8"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9pPr>
          </a:lstStyle>
          <a:p>
            <a:endParaRPr/>
          </a:p>
        </p:txBody>
      </p:sp>
      <p:sp>
        <p:nvSpPr>
          <p:cNvPr id="21" name="Google Shape;21;p2"/>
          <p:cNvSpPr txBox="1">
            <a:spLocks noGrp="1"/>
          </p:cNvSpPr>
          <p:nvPr>
            <p:ph type="subTitle" idx="1"/>
          </p:nvPr>
        </p:nvSpPr>
        <p:spPr>
          <a:xfrm>
            <a:off x="5852160" y="24597359"/>
            <a:ext cx="32918401" cy="2560320"/>
          </a:xfrm>
          <a:prstGeom prst="rect">
            <a:avLst/>
          </a:prstGeom>
          <a:noFill/>
          <a:ln>
            <a:noFill/>
          </a:ln>
        </p:spPr>
        <p:txBody>
          <a:bodyPr spcFirstLastPara="1" wrap="square" lIns="91425" tIns="91425" rIns="91425" bIns="91425" anchor="t" anchorCtr="0">
            <a:noAutofit/>
          </a:bodyPr>
          <a:lstStyle>
            <a:lvl1pPr marL="0" marR="0" lvl="0" indent="0" algn="r" rtl="0">
              <a:spcBef>
                <a:spcPts val="2875"/>
              </a:spcBef>
              <a:spcAft>
                <a:spcPts val="0"/>
              </a:spcAft>
              <a:buClr>
                <a:schemeClr val="accent1"/>
              </a:buClr>
              <a:buSzPts val="1400"/>
              <a:buFont typeface="Noto Symbol"/>
              <a:buNone/>
              <a:defRPr sz="9600" b="0" i="0" u="none" strike="noStrike" cap="none">
                <a:solidFill>
                  <a:schemeClr val="dk2"/>
                </a:solidFill>
                <a:latin typeface="Domine"/>
                <a:ea typeface="Domine"/>
                <a:cs typeface="Domine"/>
                <a:sym typeface="Domine"/>
              </a:defRPr>
            </a:lvl1pPr>
            <a:lvl2pPr marL="2194560" marR="0" lvl="1" indent="-10160" algn="ctr" rtl="0">
              <a:spcBef>
                <a:spcPts val="2400"/>
              </a:spcBef>
              <a:spcAft>
                <a:spcPts val="0"/>
              </a:spcAft>
              <a:buClr>
                <a:schemeClr val="accent2"/>
              </a:buClr>
              <a:buSzPts val="1400"/>
              <a:buFont typeface="Noto Symbol"/>
              <a:buNone/>
              <a:defRPr sz="11000" b="0" i="0" u="none" strike="noStrike" cap="none">
                <a:solidFill>
                  <a:schemeClr val="dk2"/>
                </a:solidFill>
                <a:latin typeface="Cabin"/>
                <a:ea typeface="Cabin"/>
                <a:cs typeface="Cabin"/>
                <a:sym typeface="Cabin"/>
              </a:defRPr>
            </a:lvl2pPr>
            <a:lvl3pPr marL="4389120" marR="0" lvl="2" indent="-7620" algn="ctr" rtl="0">
              <a:spcBef>
                <a:spcPts val="2400"/>
              </a:spcBef>
              <a:spcAft>
                <a:spcPts val="0"/>
              </a:spcAft>
              <a:buClr>
                <a:srgbClr val="BCBCBC"/>
              </a:buClr>
              <a:buSzPts val="1400"/>
              <a:buFont typeface="Noto Symbol"/>
              <a:buNone/>
              <a:defRPr sz="9600" b="0" i="0" u="none" strike="noStrike" cap="none">
                <a:solidFill>
                  <a:schemeClr val="dk1"/>
                </a:solidFill>
                <a:latin typeface="Cabin"/>
                <a:ea typeface="Cabin"/>
                <a:cs typeface="Cabin"/>
                <a:sym typeface="Cabin"/>
              </a:defRPr>
            </a:lvl3pPr>
            <a:lvl4pPr marL="6583680" marR="0" lvl="3" indent="-5080" algn="ctr" rtl="0">
              <a:spcBef>
                <a:spcPts val="1925"/>
              </a:spcBef>
              <a:spcAft>
                <a:spcPts val="0"/>
              </a:spcAft>
              <a:buClr>
                <a:srgbClr val="8BA2B4"/>
              </a:buClr>
              <a:buSzPts val="1400"/>
              <a:buFont typeface="Noto Symbol"/>
              <a:buNone/>
              <a:defRPr sz="8600" b="0" i="0" u="none" strike="noStrike" cap="none">
                <a:solidFill>
                  <a:schemeClr val="dk1"/>
                </a:solidFill>
                <a:latin typeface="Cabin"/>
                <a:ea typeface="Cabin"/>
                <a:cs typeface="Cabin"/>
                <a:sym typeface="Cabin"/>
              </a:defRPr>
            </a:lvl4pPr>
            <a:lvl5pPr marL="8778240" marR="0" lvl="4" indent="-2540" algn="ctr" rtl="0">
              <a:spcBef>
                <a:spcPts val="1438"/>
              </a:spcBef>
              <a:spcAft>
                <a:spcPts val="0"/>
              </a:spcAft>
              <a:buClr>
                <a:schemeClr val="accent2"/>
              </a:buClr>
              <a:buSzPts val="1400"/>
              <a:buFont typeface="Noto Symbol"/>
              <a:buNone/>
              <a:defRPr sz="7700" b="0" i="0" u="none" strike="noStrike" cap="none">
                <a:solidFill>
                  <a:schemeClr val="dk1"/>
                </a:solidFill>
                <a:latin typeface="Cabin"/>
                <a:ea typeface="Cabin"/>
                <a:cs typeface="Cabin"/>
                <a:sym typeface="Cabin"/>
              </a:defRPr>
            </a:lvl5pPr>
            <a:lvl6pPr marL="10972800" marR="0" lvl="5" indent="0" algn="ctr" rtl="0">
              <a:spcBef>
                <a:spcPts val="1440"/>
              </a:spcBef>
              <a:spcAft>
                <a:spcPts val="0"/>
              </a:spcAft>
              <a:buClr>
                <a:srgbClr val="8BA1B3"/>
              </a:buClr>
              <a:buSzPts val="1400"/>
              <a:buFont typeface="Noto Symbol"/>
              <a:buNone/>
              <a:defRPr sz="7700" b="0" i="0" u="none" strike="noStrike" cap="none">
                <a:solidFill>
                  <a:schemeClr val="dk1"/>
                </a:solidFill>
                <a:latin typeface="Cabin"/>
                <a:ea typeface="Cabin"/>
                <a:cs typeface="Cabin"/>
                <a:sym typeface="Cabin"/>
              </a:defRPr>
            </a:lvl6pPr>
            <a:lvl7pPr marL="13167361" marR="0" lvl="6" indent="-10160" algn="ctr" rtl="0">
              <a:spcBef>
                <a:spcPts val="1440"/>
              </a:spcBef>
              <a:spcAft>
                <a:spcPts val="0"/>
              </a:spcAft>
              <a:buClr>
                <a:srgbClr val="646C8F"/>
              </a:buClr>
              <a:buSzPts val="1400"/>
              <a:buFont typeface="Noto Symbol"/>
              <a:buNone/>
              <a:defRPr sz="6700" b="0" i="0" u="none" strike="noStrike" cap="none">
                <a:solidFill>
                  <a:schemeClr val="dk1"/>
                </a:solidFill>
                <a:latin typeface="Cabin"/>
                <a:ea typeface="Cabin"/>
                <a:cs typeface="Cabin"/>
                <a:sym typeface="Cabin"/>
              </a:defRPr>
            </a:lvl7pPr>
            <a:lvl8pPr marL="15361920" marR="0" lvl="7" indent="-7619" algn="ctr" rtl="0">
              <a:spcBef>
                <a:spcPts val="1440"/>
              </a:spcBef>
              <a:spcAft>
                <a:spcPts val="0"/>
              </a:spcAft>
              <a:buClr>
                <a:srgbClr val="BABABA"/>
              </a:buClr>
              <a:buSzPts val="1400"/>
              <a:buFont typeface="Noto Symbol"/>
              <a:buNone/>
              <a:defRPr sz="6700" b="0" i="0" u="none" strike="noStrike" cap="none">
                <a:solidFill>
                  <a:schemeClr val="dk1"/>
                </a:solidFill>
                <a:latin typeface="Cabin"/>
                <a:ea typeface="Cabin"/>
                <a:cs typeface="Cabin"/>
                <a:sym typeface="Cabin"/>
              </a:defRPr>
            </a:lvl8pPr>
            <a:lvl9pPr marL="17556480" marR="0" lvl="8" indent="-5080" algn="ctr" rtl="0">
              <a:spcBef>
                <a:spcPts val="1440"/>
              </a:spcBef>
              <a:spcAft>
                <a:spcPts val="0"/>
              </a:spcAft>
              <a:buClr>
                <a:srgbClr val="9FB8CD"/>
              </a:buClr>
              <a:buSzPts val="1400"/>
              <a:buFont typeface="Noto Symbol"/>
              <a:buNone/>
              <a:defRPr sz="5800" b="0" i="0" u="none" strike="noStrike" cap="none">
                <a:solidFill>
                  <a:schemeClr val="dk1"/>
                </a:solidFill>
                <a:latin typeface="Cabin"/>
                <a:ea typeface="Cabin"/>
                <a:cs typeface="Cabin"/>
                <a:sym typeface="Cabin"/>
              </a:defRPr>
            </a:lvl9pPr>
          </a:lstStyle>
          <a:p>
            <a:endParaRPr/>
          </a:p>
        </p:txBody>
      </p:sp>
      <p:sp>
        <p:nvSpPr>
          <p:cNvPr id="22" name="Google Shape;22;p2"/>
          <p:cNvSpPr txBox="1">
            <a:spLocks noGrp="1"/>
          </p:cNvSpPr>
          <p:nvPr>
            <p:ph type="dt" idx="10"/>
          </p:nvPr>
        </p:nvSpPr>
        <p:spPr>
          <a:xfrm>
            <a:off x="30724475" y="30503813"/>
            <a:ext cx="10972800" cy="1755775"/>
          </a:xfrm>
          <a:prstGeom prst="rect">
            <a:avLst/>
          </a:prstGeom>
          <a:noFill/>
          <a:ln>
            <a:noFill/>
          </a:ln>
        </p:spPr>
        <p:txBody>
          <a:bodyPr spcFirstLastPara="1" wrap="square" lIns="91425" tIns="91425" rIns="91425" bIns="91425" anchor="t" anchorCtr="0">
            <a:noAutofit/>
          </a:bodyPr>
          <a:lstStyle>
            <a:lvl1pPr marL="0" marR="0" lvl="0" indent="-88900" algn="l" rtl="0">
              <a:spcBef>
                <a:spcPts val="0"/>
              </a:spcBef>
              <a:spcAft>
                <a:spcPts val="0"/>
              </a:spcAft>
              <a:buSzPts val="1400"/>
              <a:buChar char="●"/>
              <a:defRPr sz="6700" b="0" i="0" u="none" strike="noStrike" cap="none">
                <a:solidFill>
                  <a:schemeClr val="dk2"/>
                </a:solidFill>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23" name="Google Shape;23;p2"/>
          <p:cNvSpPr txBox="1">
            <a:spLocks noGrp="1"/>
          </p:cNvSpPr>
          <p:nvPr>
            <p:ph type="ftr" idx="11"/>
          </p:nvPr>
        </p:nvSpPr>
        <p:spPr>
          <a:xfrm>
            <a:off x="13912850" y="30503813"/>
            <a:ext cx="16679862" cy="1755775"/>
          </a:xfrm>
          <a:prstGeom prst="rect">
            <a:avLst/>
          </a:prstGeom>
          <a:noFill/>
          <a:ln>
            <a:noFill/>
          </a:ln>
        </p:spPr>
        <p:txBody>
          <a:bodyPr spcFirstLastPara="1" wrap="square" lIns="91425" tIns="91425" rIns="91425" bIns="91425" anchor="t" anchorCtr="0">
            <a:noAutofit/>
          </a:bodyPr>
          <a:lstStyle>
            <a:lvl1pPr marL="0" marR="0" lvl="0" indent="-88900" algn="l" rtl="0">
              <a:spcBef>
                <a:spcPts val="0"/>
              </a:spcBef>
              <a:spcAft>
                <a:spcPts val="0"/>
              </a:spcAft>
              <a:buSzPts val="1400"/>
              <a:buChar char="●"/>
              <a:defRPr sz="1800" b="0" i="0" u="none" strike="noStrike" cap="none">
                <a:solidFill>
                  <a:schemeClr val="dk1"/>
                </a:solidFill>
                <a:latin typeface="Cabin"/>
                <a:ea typeface="Cabin"/>
                <a:cs typeface="Cabin"/>
                <a:sym typeface="Cabin"/>
              </a:defRPr>
            </a:lvl1pPr>
            <a:lvl2pPr marL="2194560" marR="0" lvl="1"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2pPr>
            <a:lvl3pPr marL="4389120" marR="0" lvl="2" indent="-96520" algn="l" rtl="0">
              <a:spcBef>
                <a:spcPts val="0"/>
              </a:spcBef>
              <a:spcAft>
                <a:spcPts val="0"/>
              </a:spcAft>
              <a:buSzPts val="1400"/>
              <a:buChar char="■"/>
              <a:defRPr sz="1800" b="0" i="0" u="none" strike="noStrike" cap="none">
                <a:solidFill>
                  <a:schemeClr val="dk1"/>
                </a:solidFill>
                <a:latin typeface="Cabin"/>
                <a:ea typeface="Cabin"/>
                <a:cs typeface="Cabin"/>
                <a:sym typeface="Cabin"/>
              </a:defRPr>
            </a:lvl3pPr>
            <a:lvl4pPr marL="6583680" marR="0" lvl="3"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4pPr>
            <a:lvl5pPr marL="8778240" marR="0" lvl="4" indent="-91440" algn="l" rtl="0">
              <a:spcBef>
                <a:spcPts val="0"/>
              </a:spcBef>
              <a:spcAft>
                <a:spcPts val="0"/>
              </a:spcAft>
              <a:buSzPts val="1400"/>
              <a:buChar char="○"/>
              <a:defRPr sz="1800" b="0" i="0" u="none" strike="noStrike" cap="none">
                <a:solidFill>
                  <a:schemeClr val="dk1"/>
                </a:solidFill>
                <a:latin typeface="Cabin"/>
                <a:ea typeface="Cabin"/>
                <a:cs typeface="Cabin"/>
                <a:sym typeface="Cabin"/>
              </a:defRPr>
            </a:lvl5pPr>
            <a:lvl6pPr marL="10972800" marR="0" lvl="5" indent="-88900" algn="l" rtl="0">
              <a:spcBef>
                <a:spcPts val="0"/>
              </a:spcBef>
              <a:spcAft>
                <a:spcPts val="0"/>
              </a:spcAft>
              <a:buSzPts val="1400"/>
              <a:buChar char="■"/>
              <a:defRPr sz="1800" b="0" i="0" u="none" strike="noStrike" cap="none">
                <a:solidFill>
                  <a:schemeClr val="dk1"/>
                </a:solidFill>
                <a:latin typeface="Cabin"/>
                <a:ea typeface="Cabin"/>
                <a:cs typeface="Cabin"/>
                <a:sym typeface="Cabin"/>
              </a:defRPr>
            </a:lvl6pPr>
            <a:lvl7pPr marL="13167361" marR="0" lvl="6"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7pPr>
            <a:lvl8pPr marL="15361920" marR="0" lvl="7" indent="-96519" algn="l" rtl="0">
              <a:spcBef>
                <a:spcPts val="0"/>
              </a:spcBef>
              <a:spcAft>
                <a:spcPts val="0"/>
              </a:spcAft>
              <a:buSzPts val="1400"/>
              <a:buChar char="○"/>
              <a:defRPr sz="1800" b="0" i="0" u="none" strike="noStrike" cap="none">
                <a:solidFill>
                  <a:schemeClr val="dk1"/>
                </a:solidFill>
                <a:latin typeface="Cabin"/>
                <a:ea typeface="Cabin"/>
                <a:cs typeface="Cabin"/>
                <a:sym typeface="Cabin"/>
              </a:defRPr>
            </a:lvl8pPr>
            <a:lvl9pPr marL="17556480" marR="0" lvl="8"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9pPr>
          </a:lstStyle>
          <a:p>
            <a:endParaRPr/>
          </a:p>
        </p:txBody>
      </p:sp>
      <p:sp>
        <p:nvSpPr>
          <p:cNvPr id="24" name="Google Shape;24;p2"/>
          <p:cNvSpPr txBox="1">
            <a:spLocks noGrp="1"/>
          </p:cNvSpPr>
          <p:nvPr>
            <p:ph type="sldNum" idx="12"/>
          </p:nvPr>
        </p:nvSpPr>
        <p:spPr>
          <a:xfrm>
            <a:off x="5837237" y="30503813"/>
            <a:ext cx="5853112" cy="1755775"/>
          </a:xfrm>
          <a:prstGeom prst="rect">
            <a:avLst/>
          </a:prstGeom>
          <a:noFill/>
          <a:ln>
            <a:noFill/>
          </a:ln>
        </p:spPr>
        <p:txBody>
          <a:bodyPr spcFirstLastPara="1" wrap="square" lIns="438900" tIns="219450" rIns="438900" bIns="219450" anchor="t" anchorCtr="0">
            <a:noAutofit/>
          </a:bodyPr>
          <a:lstStyle>
            <a:lvl1pPr marL="0" marR="0" lvl="0"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1pPr>
            <a:lvl2pPr marL="0" marR="0" lvl="1"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2pPr>
            <a:lvl3pPr marL="0" marR="0" lvl="2"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3pPr>
            <a:lvl4pPr marL="0" marR="0" lvl="3"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4pPr>
            <a:lvl5pPr marL="0" marR="0" lvl="4"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5pPr>
            <a:lvl6pPr marL="0" marR="0" lvl="5"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6pPr>
            <a:lvl7pPr marL="0" marR="0" lvl="6"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7pPr>
            <a:lvl8pPr marL="0" marR="0" lvl="7"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8pPr>
            <a:lvl9pPr marL="0" marR="0" lvl="8"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4343400" y="17510125"/>
            <a:ext cx="35112325" cy="6145212"/>
          </a:xfrm>
          <a:prstGeom prst="rect">
            <a:avLst/>
          </a:prstGeom>
          <a:noFill/>
          <a:ln w="9525" cap="rnd" cmpd="sng">
            <a:solidFill>
              <a:schemeClr val="accent1"/>
            </a:solidFill>
            <a:prstDash val="solid"/>
            <a:miter lim="8000"/>
            <a:headEnd type="none" w="sm" len="sm"/>
            <a:tailEnd type="none" w="sm" len="sm"/>
          </a:ln>
        </p:spPr>
        <p:txBody>
          <a:bodyPr spcFirstLastPara="1" wrap="square" lIns="438900" tIns="219450" rIns="438900" bIns="219450" anchor="ctr" anchorCtr="0">
            <a:noAutofit/>
          </a:bodyPr>
          <a:lstStyle/>
          <a:p>
            <a:pPr marL="0" marR="0" lvl="0" indent="0" algn="l" rtl="0">
              <a:lnSpc>
                <a:spcPct val="100000"/>
              </a:lnSpc>
              <a:spcBef>
                <a:spcPts val="0"/>
              </a:spcBef>
              <a:spcAft>
                <a:spcPts val="0"/>
              </a:spcAft>
              <a:buNone/>
            </a:pPr>
            <a:endParaRPr sz="2900" b="0" i="0" u="none" strike="noStrike" cap="none">
              <a:solidFill>
                <a:schemeClr val="dk1"/>
              </a:solidFill>
              <a:latin typeface="Arial Narrow"/>
              <a:ea typeface="Arial Narrow"/>
              <a:cs typeface="Arial Narrow"/>
              <a:sym typeface="Arial Narrow"/>
            </a:endParaRPr>
          </a:p>
        </p:txBody>
      </p:sp>
      <p:sp>
        <p:nvSpPr>
          <p:cNvPr id="11" name="Google Shape;11;p1"/>
          <p:cNvSpPr txBox="1"/>
          <p:nvPr/>
        </p:nvSpPr>
        <p:spPr>
          <a:xfrm>
            <a:off x="4389437" y="24231600"/>
            <a:ext cx="35112325" cy="3292475"/>
          </a:xfrm>
          <a:prstGeom prst="rect">
            <a:avLst/>
          </a:prstGeom>
          <a:noFill/>
          <a:ln w="9525" cap="rnd" cmpd="sng">
            <a:solidFill>
              <a:schemeClr val="accent2"/>
            </a:solidFill>
            <a:prstDash val="solid"/>
            <a:miter lim="8000"/>
            <a:headEnd type="none" w="sm" len="sm"/>
            <a:tailEnd type="none" w="sm" len="sm"/>
          </a:ln>
        </p:spPr>
        <p:txBody>
          <a:bodyPr spcFirstLastPara="1" wrap="square" lIns="438900" tIns="219450" rIns="438900" bIns="219450" anchor="ctr" anchorCtr="0">
            <a:noAutofit/>
          </a:bodyPr>
          <a:lstStyle/>
          <a:p>
            <a:pPr marL="0" marR="0" lvl="0" indent="0" algn="l" rtl="0">
              <a:lnSpc>
                <a:spcPct val="100000"/>
              </a:lnSpc>
              <a:spcBef>
                <a:spcPts val="0"/>
              </a:spcBef>
              <a:spcAft>
                <a:spcPts val="0"/>
              </a:spcAft>
              <a:buNone/>
            </a:pPr>
            <a:endParaRPr sz="2900" b="0" i="0" u="none" strike="noStrike" cap="none">
              <a:solidFill>
                <a:schemeClr val="dk1"/>
              </a:solidFill>
              <a:latin typeface="Arial Narrow"/>
              <a:ea typeface="Arial Narrow"/>
              <a:cs typeface="Arial Narrow"/>
              <a:sym typeface="Arial Narrow"/>
            </a:endParaRPr>
          </a:p>
        </p:txBody>
      </p:sp>
      <p:sp>
        <p:nvSpPr>
          <p:cNvPr id="12" name="Google Shape;12;p1"/>
          <p:cNvSpPr txBox="1"/>
          <p:nvPr/>
        </p:nvSpPr>
        <p:spPr>
          <a:xfrm>
            <a:off x="4343400" y="17510125"/>
            <a:ext cx="1096962" cy="6145212"/>
          </a:xfrm>
          <a:prstGeom prst="rect">
            <a:avLst/>
          </a:prstGeom>
          <a:solidFill>
            <a:schemeClr val="accent1"/>
          </a:solidFill>
          <a:ln>
            <a:noFill/>
          </a:ln>
        </p:spPr>
        <p:txBody>
          <a:bodyPr spcFirstLastPara="1" wrap="square" lIns="438900" tIns="219450" rIns="438900" bIns="219450" anchor="ctr" anchorCtr="0">
            <a:noAutofit/>
          </a:bodyPr>
          <a:lstStyle/>
          <a:p>
            <a:pPr marL="0" marR="0" lvl="0" indent="0" algn="l" rtl="0">
              <a:lnSpc>
                <a:spcPct val="100000"/>
              </a:lnSpc>
              <a:spcBef>
                <a:spcPts val="0"/>
              </a:spcBef>
              <a:spcAft>
                <a:spcPts val="0"/>
              </a:spcAft>
              <a:buNone/>
            </a:pPr>
            <a:endParaRPr sz="2900" b="0" i="0" u="none" strike="noStrike" cap="none">
              <a:solidFill>
                <a:schemeClr val="dk1"/>
              </a:solidFill>
              <a:latin typeface="Arial Narrow"/>
              <a:ea typeface="Arial Narrow"/>
              <a:cs typeface="Arial Narrow"/>
              <a:sym typeface="Arial Narrow"/>
            </a:endParaRPr>
          </a:p>
        </p:txBody>
      </p:sp>
      <p:sp>
        <p:nvSpPr>
          <p:cNvPr id="13" name="Google Shape;13;p1"/>
          <p:cNvSpPr txBox="1"/>
          <p:nvPr/>
        </p:nvSpPr>
        <p:spPr>
          <a:xfrm>
            <a:off x="4389437" y="24231600"/>
            <a:ext cx="1096962" cy="3292475"/>
          </a:xfrm>
          <a:prstGeom prst="rect">
            <a:avLst/>
          </a:prstGeom>
          <a:solidFill>
            <a:schemeClr val="accent2"/>
          </a:solidFill>
          <a:ln>
            <a:noFill/>
          </a:ln>
        </p:spPr>
        <p:txBody>
          <a:bodyPr spcFirstLastPara="1" wrap="square" lIns="438900" tIns="219450" rIns="438900" bIns="219450" anchor="ctr" anchorCtr="0">
            <a:noAutofit/>
          </a:bodyPr>
          <a:lstStyle/>
          <a:p>
            <a:pPr marL="0" marR="0" lvl="0" indent="0" algn="l" rtl="0">
              <a:lnSpc>
                <a:spcPct val="100000"/>
              </a:lnSpc>
              <a:spcBef>
                <a:spcPts val="0"/>
              </a:spcBef>
              <a:spcAft>
                <a:spcPts val="0"/>
              </a:spcAft>
              <a:buNone/>
            </a:pPr>
            <a:endParaRPr sz="2900" b="0" i="0" u="none" strike="noStrike" cap="none">
              <a:solidFill>
                <a:schemeClr val="dk1"/>
              </a:solidFill>
              <a:latin typeface="Arial Narrow"/>
              <a:ea typeface="Arial Narrow"/>
              <a:cs typeface="Arial Narrow"/>
              <a:sym typeface="Arial Narrow"/>
            </a:endParaRPr>
          </a:p>
        </p:txBody>
      </p:sp>
      <p:sp>
        <p:nvSpPr>
          <p:cNvPr id="14" name="Google Shape;14;p1"/>
          <p:cNvSpPr txBox="1">
            <a:spLocks noGrp="1"/>
          </p:cNvSpPr>
          <p:nvPr>
            <p:ph type="title"/>
          </p:nvPr>
        </p:nvSpPr>
        <p:spPr>
          <a:xfrm>
            <a:off x="2193925" y="731837"/>
            <a:ext cx="39503351" cy="4754562"/>
          </a:xfrm>
          <a:prstGeom prst="rect">
            <a:avLst/>
          </a:prstGeom>
          <a:noFill/>
          <a:ln>
            <a:noFill/>
          </a:ln>
        </p:spPr>
        <p:txBody>
          <a:bodyPr spcFirstLastPara="1" wrap="square" lIns="91425" tIns="91425" rIns="91425" bIns="91425" anchor="b" anchorCtr="0">
            <a:noAutofit/>
          </a:bodyPr>
          <a:lstStyle>
            <a:lvl1pPr marL="0" marR="0" lvl="0"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1pPr>
            <a:lvl2pPr marL="0" marR="0" lvl="1"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2pPr>
            <a:lvl3pPr marL="0" marR="0" lvl="2"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3pPr>
            <a:lvl4pPr marL="0" marR="0" lvl="3"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4pPr>
            <a:lvl5pPr marL="0" marR="0" lvl="4"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5pPr>
            <a:lvl6pPr marL="457200" marR="0" lvl="5"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6pPr>
            <a:lvl7pPr marL="914400" marR="0" lvl="6"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7pPr>
            <a:lvl8pPr marL="1371600" marR="0" lvl="7"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8pPr>
            <a:lvl9pPr marL="1828800" marR="0" lvl="8" indent="-88900" algn="l" rtl="0">
              <a:spcBef>
                <a:spcPts val="0"/>
              </a:spcBef>
              <a:spcAft>
                <a:spcPts val="0"/>
              </a:spcAft>
              <a:buSzPts val="1400"/>
              <a:buChar char="■"/>
              <a:defRPr sz="15400" b="0" i="0" u="none" strike="noStrike" cap="none">
                <a:solidFill>
                  <a:schemeClr val="dk2"/>
                </a:solidFill>
                <a:latin typeface="Domine"/>
                <a:ea typeface="Domine"/>
                <a:cs typeface="Domine"/>
                <a:sym typeface="Domine"/>
              </a:defRPr>
            </a:lvl9pPr>
          </a:lstStyle>
          <a:p>
            <a:endParaRPr/>
          </a:p>
        </p:txBody>
      </p:sp>
      <p:sp>
        <p:nvSpPr>
          <p:cNvPr id="15" name="Google Shape;15;p1"/>
          <p:cNvSpPr txBox="1">
            <a:spLocks noGrp="1"/>
          </p:cNvSpPr>
          <p:nvPr>
            <p:ph type="body" idx="1"/>
          </p:nvPr>
        </p:nvSpPr>
        <p:spPr>
          <a:xfrm>
            <a:off x="2193925" y="5851525"/>
            <a:ext cx="39503351" cy="23569612"/>
          </a:xfrm>
          <a:prstGeom prst="rect">
            <a:avLst/>
          </a:prstGeom>
          <a:noFill/>
          <a:ln>
            <a:noFill/>
          </a:ln>
        </p:spPr>
        <p:txBody>
          <a:bodyPr spcFirstLastPara="1" wrap="square" lIns="91425" tIns="91425" rIns="91425" bIns="91425" anchor="t" anchorCtr="0">
            <a:noAutofit/>
          </a:bodyPr>
          <a:lstStyle>
            <a:lvl1pPr marL="457200" marR="0" lvl="0" indent="-317500" algn="l" rtl="0">
              <a:spcBef>
                <a:spcPts val="2875"/>
              </a:spcBef>
              <a:spcAft>
                <a:spcPts val="0"/>
              </a:spcAft>
              <a:buClr>
                <a:schemeClr val="accent1"/>
              </a:buClr>
              <a:buSzPts val="1400"/>
              <a:buFont typeface="Noto Symbol"/>
              <a:buChar char=""/>
              <a:defRPr sz="12500" b="0" i="0" u="none" strike="noStrike" cap="none">
                <a:solidFill>
                  <a:schemeClr val="dk1"/>
                </a:solidFill>
                <a:latin typeface="Cabin"/>
                <a:ea typeface="Cabin"/>
                <a:cs typeface="Cabin"/>
                <a:sym typeface="Cabin"/>
              </a:defRPr>
            </a:lvl1pPr>
            <a:lvl2pPr marL="914400" marR="0" lvl="1" indent="-317500" algn="l" rtl="0">
              <a:spcBef>
                <a:spcPts val="2400"/>
              </a:spcBef>
              <a:spcAft>
                <a:spcPts val="0"/>
              </a:spcAft>
              <a:buClr>
                <a:schemeClr val="accent2"/>
              </a:buClr>
              <a:buSzPts val="1400"/>
              <a:buFont typeface="Noto Symbol"/>
              <a:buChar char=""/>
              <a:defRPr sz="11000" b="0" i="0" u="none" strike="noStrike" cap="none">
                <a:solidFill>
                  <a:schemeClr val="dk2"/>
                </a:solidFill>
                <a:latin typeface="Cabin"/>
                <a:ea typeface="Cabin"/>
                <a:cs typeface="Cabin"/>
                <a:sym typeface="Cabin"/>
              </a:defRPr>
            </a:lvl2pPr>
            <a:lvl3pPr marL="1371600" marR="0" lvl="2" indent="-317500" algn="l" rtl="0">
              <a:spcBef>
                <a:spcPts val="2400"/>
              </a:spcBef>
              <a:spcAft>
                <a:spcPts val="0"/>
              </a:spcAft>
              <a:buClr>
                <a:srgbClr val="BCBCBC"/>
              </a:buClr>
              <a:buSzPts val="1400"/>
              <a:buFont typeface="Noto Symbol"/>
              <a:buChar char=""/>
              <a:defRPr sz="9600" b="0" i="0" u="none" strike="noStrike" cap="none">
                <a:solidFill>
                  <a:schemeClr val="dk1"/>
                </a:solidFill>
                <a:latin typeface="Cabin"/>
                <a:ea typeface="Cabin"/>
                <a:cs typeface="Cabin"/>
                <a:sym typeface="Cabin"/>
              </a:defRPr>
            </a:lvl3pPr>
            <a:lvl4pPr marL="1828800" marR="0" lvl="3" indent="-317500" algn="l" rtl="0">
              <a:spcBef>
                <a:spcPts val="1925"/>
              </a:spcBef>
              <a:spcAft>
                <a:spcPts val="0"/>
              </a:spcAft>
              <a:buClr>
                <a:srgbClr val="8BA2B4"/>
              </a:buClr>
              <a:buSzPts val="1400"/>
              <a:buFont typeface="Noto Symbol"/>
              <a:buChar char="◻"/>
              <a:defRPr sz="8600" b="0" i="0" u="none" strike="noStrike" cap="none">
                <a:solidFill>
                  <a:schemeClr val="dk1"/>
                </a:solidFill>
                <a:latin typeface="Cabin"/>
                <a:ea typeface="Cabin"/>
                <a:cs typeface="Cabin"/>
                <a:sym typeface="Cabin"/>
              </a:defRPr>
            </a:lvl4pPr>
            <a:lvl5pPr marL="2286000" marR="0" lvl="4" indent="-317500" algn="l" rtl="0">
              <a:spcBef>
                <a:spcPts val="1438"/>
              </a:spcBef>
              <a:spcAft>
                <a:spcPts val="0"/>
              </a:spcAft>
              <a:buClr>
                <a:schemeClr val="accent2"/>
              </a:buClr>
              <a:buSzPts val="1400"/>
              <a:buFont typeface="Noto Symbol"/>
              <a:buChar char="◻"/>
              <a:defRPr sz="7700" b="0" i="0" u="none" strike="noStrike" cap="none">
                <a:solidFill>
                  <a:schemeClr val="dk1"/>
                </a:solidFill>
                <a:latin typeface="Cabin"/>
                <a:ea typeface="Cabin"/>
                <a:cs typeface="Cabin"/>
                <a:sym typeface="Cabin"/>
              </a:defRPr>
            </a:lvl5pPr>
            <a:lvl6pPr marL="2743200" marR="0" lvl="5" indent="-317500" algn="l" rtl="0">
              <a:spcBef>
                <a:spcPts val="1440"/>
              </a:spcBef>
              <a:spcAft>
                <a:spcPts val="0"/>
              </a:spcAft>
              <a:buClr>
                <a:srgbClr val="8BA1B3"/>
              </a:buClr>
              <a:buSzPts val="1400"/>
              <a:buFont typeface="Noto Symbol"/>
              <a:buChar char=""/>
              <a:defRPr sz="7700" b="0" i="0" u="none" strike="noStrike" cap="none">
                <a:solidFill>
                  <a:schemeClr val="dk1"/>
                </a:solidFill>
                <a:latin typeface="Cabin"/>
                <a:ea typeface="Cabin"/>
                <a:cs typeface="Cabin"/>
                <a:sym typeface="Cabin"/>
              </a:defRPr>
            </a:lvl6pPr>
            <a:lvl7pPr marL="3200400" marR="0" lvl="6" indent="-317500" algn="l" rtl="0">
              <a:spcBef>
                <a:spcPts val="1440"/>
              </a:spcBef>
              <a:spcAft>
                <a:spcPts val="0"/>
              </a:spcAft>
              <a:buClr>
                <a:srgbClr val="646C8F"/>
              </a:buClr>
              <a:buSzPts val="1400"/>
              <a:buFont typeface="Noto Symbol"/>
              <a:buChar char=""/>
              <a:defRPr sz="6700" b="0" i="0" u="none" strike="noStrike" cap="none">
                <a:solidFill>
                  <a:schemeClr val="dk1"/>
                </a:solidFill>
                <a:latin typeface="Cabin"/>
                <a:ea typeface="Cabin"/>
                <a:cs typeface="Cabin"/>
                <a:sym typeface="Cabin"/>
              </a:defRPr>
            </a:lvl7pPr>
            <a:lvl8pPr marL="3657600" marR="0" lvl="7" indent="-317500" algn="l" rtl="0">
              <a:spcBef>
                <a:spcPts val="1440"/>
              </a:spcBef>
              <a:spcAft>
                <a:spcPts val="0"/>
              </a:spcAft>
              <a:buClr>
                <a:srgbClr val="BABABA"/>
              </a:buClr>
              <a:buSzPts val="1400"/>
              <a:buFont typeface="Noto Symbol"/>
              <a:buChar char=""/>
              <a:defRPr sz="6700" b="0" i="0" u="none" strike="noStrike" cap="none">
                <a:solidFill>
                  <a:schemeClr val="dk1"/>
                </a:solidFill>
                <a:latin typeface="Cabin"/>
                <a:ea typeface="Cabin"/>
                <a:cs typeface="Cabin"/>
                <a:sym typeface="Cabin"/>
              </a:defRPr>
            </a:lvl8pPr>
            <a:lvl9pPr marL="4114800" marR="0" lvl="8" indent="-317500" algn="l" rtl="0">
              <a:spcBef>
                <a:spcPts val="1440"/>
              </a:spcBef>
              <a:spcAft>
                <a:spcPts val="0"/>
              </a:spcAft>
              <a:buClr>
                <a:srgbClr val="9FB8CD"/>
              </a:buClr>
              <a:buSzPts val="1400"/>
              <a:buFont typeface="Noto Symbol"/>
              <a:buChar char=""/>
              <a:defRPr sz="5800" b="0" i="0" u="none" strike="noStrike" cap="none">
                <a:solidFill>
                  <a:schemeClr val="dk1"/>
                </a:solidFill>
                <a:latin typeface="Cabin"/>
                <a:ea typeface="Cabin"/>
                <a:cs typeface="Cabin"/>
                <a:sym typeface="Cabin"/>
              </a:defRPr>
            </a:lvl9pPr>
          </a:lstStyle>
          <a:p>
            <a:endParaRPr/>
          </a:p>
        </p:txBody>
      </p:sp>
      <p:sp>
        <p:nvSpPr>
          <p:cNvPr id="16" name="Google Shape;16;p1"/>
          <p:cNvSpPr txBox="1">
            <a:spLocks noGrp="1"/>
          </p:cNvSpPr>
          <p:nvPr>
            <p:ph type="dt" idx="10"/>
          </p:nvPr>
        </p:nvSpPr>
        <p:spPr>
          <a:xfrm>
            <a:off x="30724475" y="30503813"/>
            <a:ext cx="10972800" cy="1755775"/>
          </a:xfrm>
          <a:prstGeom prst="rect">
            <a:avLst/>
          </a:prstGeom>
          <a:noFill/>
          <a:ln>
            <a:noFill/>
          </a:ln>
        </p:spPr>
        <p:txBody>
          <a:bodyPr spcFirstLastPara="1" wrap="square" lIns="91425" tIns="91425" rIns="91425" bIns="91425" anchor="t" anchorCtr="0">
            <a:noAutofit/>
          </a:bodyPr>
          <a:lstStyle>
            <a:lvl1pPr marL="0" marR="0" lvl="0" indent="-88900" algn="l" rtl="0">
              <a:spcBef>
                <a:spcPts val="0"/>
              </a:spcBef>
              <a:spcAft>
                <a:spcPts val="0"/>
              </a:spcAft>
              <a:buSzPts val="1400"/>
              <a:buChar char="●"/>
              <a:defRPr sz="6700" b="0" i="0" u="none" strike="noStrike" cap="none">
                <a:solidFill>
                  <a:schemeClr val="dk2"/>
                </a:solidFill>
                <a:latin typeface="Cabin"/>
                <a:ea typeface="Cabin"/>
                <a:cs typeface="Cabin"/>
                <a:sym typeface="Cabin"/>
              </a:defRPr>
            </a:lvl1pPr>
            <a:lvl2pPr marL="2194560" marR="0" lvl="1"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2pPr>
            <a:lvl3pPr marL="4389120" marR="0" lvl="2" indent="-96520" algn="l" rtl="0">
              <a:spcBef>
                <a:spcPts val="0"/>
              </a:spcBef>
              <a:spcAft>
                <a:spcPts val="0"/>
              </a:spcAft>
              <a:buSzPts val="1400"/>
              <a:buChar char="■"/>
              <a:defRPr sz="1800" b="0" i="0" u="none" strike="noStrike" cap="none">
                <a:solidFill>
                  <a:schemeClr val="dk1"/>
                </a:solidFill>
                <a:latin typeface="Cabin"/>
                <a:ea typeface="Cabin"/>
                <a:cs typeface="Cabin"/>
                <a:sym typeface="Cabin"/>
              </a:defRPr>
            </a:lvl3pPr>
            <a:lvl4pPr marL="6583680" marR="0" lvl="3"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4pPr>
            <a:lvl5pPr marL="8778240" marR="0" lvl="4" indent="-91440" algn="l" rtl="0">
              <a:spcBef>
                <a:spcPts val="0"/>
              </a:spcBef>
              <a:spcAft>
                <a:spcPts val="0"/>
              </a:spcAft>
              <a:buSzPts val="1400"/>
              <a:buChar char="○"/>
              <a:defRPr sz="1800" b="0" i="0" u="none" strike="noStrike" cap="none">
                <a:solidFill>
                  <a:schemeClr val="dk1"/>
                </a:solidFill>
                <a:latin typeface="Cabin"/>
                <a:ea typeface="Cabin"/>
                <a:cs typeface="Cabin"/>
                <a:sym typeface="Cabin"/>
              </a:defRPr>
            </a:lvl5pPr>
            <a:lvl6pPr marL="10972800" marR="0" lvl="5" indent="-88900" algn="l" rtl="0">
              <a:spcBef>
                <a:spcPts val="0"/>
              </a:spcBef>
              <a:spcAft>
                <a:spcPts val="0"/>
              </a:spcAft>
              <a:buSzPts val="1400"/>
              <a:buChar char="■"/>
              <a:defRPr sz="1800" b="0" i="0" u="none" strike="noStrike" cap="none">
                <a:solidFill>
                  <a:schemeClr val="dk1"/>
                </a:solidFill>
                <a:latin typeface="Cabin"/>
                <a:ea typeface="Cabin"/>
                <a:cs typeface="Cabin"/>
                <a:sym typeface="Cabin"/>
              </a:defRPr>
            </a:lvl6pPr>
            <a:lvl7pPr marL="13167361" marR="0" lvl="6"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7pPr>
            <a:lvl8pPr marL="15361920" marR="0" lvl="7" indent="-96519" algn="l" rtl="0">
              <a:spcBef>
                <a:spcPts val="0"/>
              </a:spcBef>
              <a:spcAft>
                <a:spcPts val="0"/>
              </a:spcAft>
              <a:buSzPts val="1400"/>
              <a:buChar char="○"/>
              <a:defRPr sz="1800" b="0" i="0" u="none" strike="noStrike" cap="none">
                <a:solidFill>
                  <a:schemeClr val="dk1"/>
                </a:solidFill>
                <a:latin typeface="Cabin"/>
                <a:ea typeface="Cabin"/>
                <a:cs typeface="Cabin"/>
                <a:sym typeface="Cabin"/>
              </a:defRPr>
            </a:lvl8pPr>
            <a:lvl9pPr marL="17556480" marR="0" lvl="8"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9pPr>
          </a:lstStyle>
          <a:p>
            <a:endParaRPr/>
          </a:p>
        </p:txBody>
      </p:sp>
      <p:sp>
        <p:nvSpPr>
          <p:cNvPr id="17" name="Google Shape;17;p1"/>
          <p:cNvSpPr txBox="1">
            <a:spLocks noGrp="1"/>
          </p:cNvSpPr>
          <p:nvPr>
            <p:ph type="ftr" idx="11"/>
          </p:nvPr>
        </p:nvSpPr>
        <p:spPr>
          <a:xfrm>
            <a:off x="13912850" y="30503813"/>
            <a:ext cx="16679862" cy="1755775"/>
          </a:xfrm>
          <a:prstGeom prst="rect">
            <a:avLst/>
          </a:prstGeom>
          <a:noFill/>
          <a:ln>
            <a:noFill/>
          </a:ln>
        </p:spPr>
        <p:txBody>
          <a:bodyPr spcFirstLastPara="1" wrap="square" lIns="91425" tIns="91425" rIns="91425" bIns="91425" anchor="t" anchorCtr="0">
            <a:noAutofit/>
          </a:bodyPr>
          <a:lstStyle>
            <a:lvl1pPr marL="0" marR="0" lvl="0" indent="-88900" algn="l" rtl="0">
              <a:spcBef>
                <a:spcPts val="0"/>
              </a:spcBef>
              <a:spcAft>
                <a:spcPts val="0"/>
              </a:spcAft>
              <a:buSzPts val="1400"/>
              <a:buChar char="●"/>
              <a:defRPr sz="1800" b="0" i="0" u="none" strike="noStrike" cap="none">
                <a:solidFill>
                  <a:schemeClr val="dk1"/>
                </a:solidFill>
                <a:latin typeface="Cabin"/>
                <a:ea typeface="Cabin"/>
                <a:cs typeface="Cabin"/>
                <a:sym typeface="Cabin"/>
              </a:defRPr>
            </a:lvl1pPr>
            <a:lvl2pPr marL="2194560" marR="0" lvl="1"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2pPr>
            <a:lvl3pPr marL="4389120" marR="0" lvl="2" indent="-96520" algn="l" rtl="0">
              <a:spcBef>
                <a:spcPts val="0"/>
              </a:spcBef>
              <a:spcAft>
                <a:spcPts val="0"/>
              </a:spcAft>
              <a:buSzPts val="1400"/>
              <a:buChar char="■"/>
              <a:defRPr sz="1800" b="0" i="0" u="none" strike="noStrike" cap="none">
                <a:solidFill>
                  <a:schemeClr val="dk1"/>
                </a:solidFill>
                <a:latin typeface="Cabin"/>
                <a:ea typeface="Cabin"/>
                <a:cs typeface="Cabin"/>
                <a:sym typeface="Cabin"/>
              </a:defRPr>
            </a:lvl3pPr>
            <a:lvl4pPr marL="6583680" marR="0" lvl="3"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4pPr>
            <a:lvl5pPr marL="8778240" marR="0" lvl="4" indent="-91440" algn="l" rtl="0">
              <a:spcBef>
                <a:spcPts val="0"/>
              </a:spcBef>
              <a:spcAft>
                <a:spcPts val="0"/>
              </a:spcAft>
              <a:buSzPts val="1400"/>
              <a:buChar char="○"/>
              <a:defRPr sz="1800" b="0" i="0" u="none" strike="noStrike" cap="none">
                <a:solidFill>
                  <a:schemeClr val="dk1"/>
                </a:solidFill>
                <a:latin typeface="Cabin"/>
                <a:ea typeface="Cabin"/>
                <a:cs typeface="Cabin"/>
                <a:sym typeface="Cabin"/>
              </a:defRPr>
            </a:lvl5pPr>
            <a:lvl6pPr marL="10972800" marR="0" lvl="5" indent="-88900" algn="l" rtl="0">
              <a:spcBef>
                <a:spcPts val="0"/>
              </a:spcBef>
              <a:spcAft>
                <a:spcPts val="0"/>
              </a:spcAft>
              <a:buSzPts val="1400"/>
              <a:buChar char="■"/>
              <a:defRPr sz="1800" b="0" i="0" u="none" strike="noStrike" cap="none">
                <a:solidFill>
                  <a:schemeClr val="dk1"/>
                </a:solidFill>
                <a:latin typeface="Cabin"/>
                <a:ea typeface="Cabin"/>
                <a:cs typeface="Cabin"/>
                <a:sym typeface="Cabin"/>
              </a:defRPr>
            </a:lvl6pPr>
            <a:lvl7pPr marL="13167361" marR="0" lvl="6" indent="-99060" algn="l" rtl="0">
              <a:spcBef>
                <a:spcPts val="0"/>
              </a:spcBef>
              <a:spcAft>
                <a:spcPts val="0"/>
              </a:spcAft>
              <a:buSzPts val="1400"/>
              <a:buChar char="●"/>
              <a:defRPr sz="1800" b="0" i="0" u="none" strike="noStrike" cap="none">
                <a:solidFill>
                  <a:schemeClr val="dk1"/>
                </a:solidFill>
                <a:latin typeface="Cabin"/>
                <a:ea typeface="Cabin"/>
                <a:cs typeface="Cabin"/>
                <a:sym typeface="Cabin"/>
              </a:defRPr>
            </a:lvl7pPr>
            <a:lvl8pPr marL="15361920" marR="0" lvl="7" indent="-96519" algn="l" rtl="0">
              <a:spcBef>
                <a:spcPts val="0"/>
              </a:spcBef>
              <a:spcAft>
                <a:spcPts val="0"/>
              </a:spcAft>
              <a:buSzPts val="1400"/>
              <a:buChar char="○"/>
              <a:defRPr sz="1800" b="0" i="0" u="none" strike="noStrike" cap="none">
                <a:solidFill>
                  <a:schemeClr val="dk1"/>
                </a:solidFill>
                <a:latin typeface="Cabin"/>
                <a:ea typeface="Cabin"/>
                <a:cs typeface="Cabin"/>
                <a:sym typeface="Cabin"/>
              </a:defRPr>
            </a:lvl8pPr>
            <a:lvl9pPr marL="17556480" marR="0" lvl="8" indent="-93980" algn="l" rtl="0">
              <a:spcBef>
                <a:spcPts val="0"/>
              </a:spcBef>
              <a:spcAft>
                <a:spcPts val="0"/>
              </a:spcAft>
              <a:buSzPts val="1400"/>
              <a:buChar char="■"/>
              <a:defRPr sz="1800" b="0" i="0" u="none" strike="noStrike" cap="none">
                <a:solidFill>
                  <a:schemeClr val="dk1"/>
                </a:solidFill>
                <a:latin typeface="Cabin"/>
                <a:ea typeface="Cabin"/>
                <a:cs typeface="Cabin"/>
                <a:sym typeface="Cabin"/>
              </a:defRPr>
            </a:lvl9pPr>
          </a:lstStyle>
          <a:p>
            <a:endParaRPr/>
          </a:p>
        </p:txBody>
      </p:sp>
      <p:sp>
        <p:nvSpPr>
          <p:cNvPr id="18" name="Google Shape;18;p1"/>
          <p:cNvSpPr txBox="1">
            <a:spLocks noGrp="1"/>
          </p:cNvSpPr>
          <p:nvPr>
            <p:ph type="sldNum" idx="12"/>
          </p:nvPr>
        </p:nvSpPr>
        <p:spPr>
          <a:xfrm>
            <a:off x="5837237" y="30503813"/>
            <a:ext cx="5853112" cy="1755775"/>
          </a:xfrm>
          <a:prstGeom prst="rect">
            <a:avLst/>
          </a:prstGeom>
          <a:noFill/>
          <a:ln>
            <a:noFill/>
          </a:ln>
        </p:spPr>
        <p:txBody>
          <a:bodyPr spcFirstLastPara="1" wrap="square" lIns="438900" tIns="219450" rIns="438900" bIns="219450" anchor="t" anchorCtr="0">
            <a:noAutofit/>
          </a:bodyPr>
          <a:lstStyle>
            <a:lvl1pPr marL="0" marR="0" lvl="0"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1pPr>
            <a:lvl2pPr marL="0" marR="0" lvl="1"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2pPr>
            <a:lvl3pPr marL="0" marR="0" lvl="2"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3pPr>
            <a:lvl4pPr marL="0" marR="0" lvl="3"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4pPr>
            <a:lvl5pPr marL="0" marR="0" lvl="4"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5pPr>
            <a:lvl6pPr marL="0" marR="0" lvl="5"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6pPr>
            <a:lvl7pPr marL="0" marR="0" lvl="6"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7pPr>
            <a:lvl8pPr marL="0" marR="0" lvl="7"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8pPr>
            <a:lvl9pPr marL="0" marR="0" lvl="8" indent="0" algn="l" rtl="0">
              <a:lnSpc>
                <a:spcPct val="100000"/>
              </a:lnSpc>
              <a:spcBef>
                <a:spcPts val="0"/>
              </a:spcBef>
              <a:spcAft>
                <a:spcPts val="0"/>
              </a:spcAft>
              <a:buClr>
                <a:schemeClr val="dk2"/>
              </a:buClr>
              <a:buFont typeface="Arial Narrow"/>
              <a:buNone/>
              <a:defRPr sz="6700" b="0" i="0" u="none" strike="noStrike" cap="none">
                <a:solidFill>
                  <a:schemeClr val="dk2"/>
                </a:solidFill>
                <a:latin typeface="Arial Narrow"/>
                <a:ea typeface="Arial Narrow"/>
                <a:cs typeface="Arial Narrow"/>
                <a:sym typeface="Arial Narrow"/>
              </a:defRPr>
            </a:lvl9pPr>
          </a:lstStyle>
          <a:p>
            <a:pPr marL="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www.nlihc.org/gap"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hyperlink" Target="http://www.zillow.com/research" TargetMode="External"/><Relationship Id="rId10" Type="http://schemas.openxmlformats.org/officeDocument/2006/relationships/image" Target="../media/image5.png"/><Relationship Id="rId4" Type="http://schemas.openxmlformats.org/officeDocument/2006/relationships/hyperlink" Target="http://www.hud.gov/program_offices/comm_planning/affordablehousing/" TargetMode="External"/><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60000"/>
            <a:lumOff val="40000"/>
          </a:schemeClr>
        </a:solidFill>
        <a:effectLst/>
      </p:bgPr>
    </p:bg>
    <p:spTree>
      <p:nvGrpSpPr>
        <p:cNvPr id="1" name="Shape 219"/>
        <p:cNvGrpSpPr/>
        <p:nvPr/>
      </p:nvGrpSpPr>
      <p:grpSpPr>
        <a:xfrm>
          <a:off x="0" y="0"/>
          <a:ext cx="0" cy="0"/>
          <a:chOff x="0" y="0"/>
          <a:chExt cx="0" cy="0"/>
        </a:xfrm>
      </p:grpSpPr>
      <p:sp>
        <p:nvSpPr>
          <p:cNvPr id="221" name="Google Shape;221;p53"/>
          <p:cNvSpPr txBox="1"/>
          <p:nvPr/>
        </p:nvSpPr>
        <p:spPr>
          <a:xfrm>
            <a:off x="685800" y="5638800"/>
            <a:ext cx="9982200" cy="615950"/>
          </a:xfrm>
          <a:prstGeom prst="rect">
            <a:avLst/>
          </a:prstGeom>
          <a:solidFill>
            <a:srgbClr val="333399"/>
          </a:solidFill>
          <a:ln w="9525" cap="flat" cmpd="sng">
            <a:solidFill>
              <a:srgbClr val="0070C0"/>
            </a:solidFill>
            <a:prstDash val="solid"/>
            <a:miter lim="8000"/>
            <a:headEnd type="none" w="sm" len="sm"/>
            <a:tailEnd type="none" w="sm" len="sm"/>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FFFFF"/>
              </a:buClr>
              <a:buFont typeface="Arial Narrow"/>
              <a:buNone/>
            </a:pPr>
            <a:r>
              <a:rPr lang="en-US" sz="3400" b="1" i="0" u="none" strike="noStrike" cap="none">
                <a:solidFill>
                  <a:srgbClr val="FFFFFF"/>
                </a:solidFill>
                <a:latin typeface="Arial Narrow"/>
                <a:ea typeface="Arial Narrow"/>
                <a:cs typeface="Arial Narrow"/>
                <a:sym typeface="Arial Narrow"/>
              </a:rPr>
              <a:t>Introduction</a:t>
            </a:r>
            <a:endParaRPr/>
          </a:p>
        </p:txBody>
      </p:sp>
      <p:sp>
        <p:nvSpPr>
          <p:cNvPr id="222" name="Google Shape;222;p53"/>
          <p:cNvSpPr txBox="1"/>
          <p:nvPr/>
        </p:nvSpPr>
        <p:spPr>
          <a:xfrm>
            <a:off x="612400" y="6205743"/>
            <a:ext cx="9982200" cy="12609307"/>
          </a:xfrm>
          <a:prstGeom prst="rect">
            <a:avLst/>
          </a:prstGeom>
          <a:noFill/>
          <a:ln>
            <a:noFill/>
          </a:ln>
        </p:spPr>
        <p:txBody>
          <a:bodyPr spcFirstLastPara="1" wrap="square" lIns="456975" tIns="456975" rIns="456975" bIns="456975" anchor="t" anchorCtr="0">
            <a:noAutofit/>
          </a:bodyPr>
          <a:lstStyle/>
          <a:p>
            <a:pPr rtl="0"/>
            <a:r>
              <a:rPr lang="en-US" sz="4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house prices all throughout the United States have been rising over the past years, which has a huge societal issue which affects many people across the nation.</a:t>
            </a:r>
          </a:p>
          <a:p>
            <a:pPr rtl="0"/>
            <a:r>
              <a:rPr lang="en-US" sz="44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shortage of affordable housing has been a burden on many families because they spend more than the threshold. </a:t>
            </a:r>
          </a:p>
          <a:p>
            <a:pPr rtl="0"/>
            <a:r>
              <a:rPr lang="en-US" sz="4400" dirty="0">
                <a:solidFill>
                  <a:schemeClr val="tx1"/>
                </a:solidFill>
                <a:latin typeface="Calibri" panose="020F0502020204030204" pitchFamily="34" charset="0"/>
                <a:ea typeface="Calibri" panose="020F0502020204030204" pitchFamily="34" charset="0"/>
                <a:cs typeface="Calibri" panose="020F0502020204030204" pitchFamily="34" charset="0"/>
              </a:rPr>
              <a:t>This analysis can build a deeper understanding about housing rates and their correlation with income. By analyzing these rates, a greater understanding can be developed about lack of affordable housing across different regions in the United States.</a:t>
            </a:r>
          </a:p>
          <a:p>
            <a:pPr rtl="0"/>
            <a:endParaRPr lang="en-US" sz="44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br>
              <a:rPr lang="en-US" sz="44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44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23" name="Google Shape;223;p53"/>
          <p:cNvSpPr txBox="1"/>
          <p:nvPr/>
        </p:nvSpPr>
        <p:spPr>
          <a:xfrm flipH="1">
            <a:off x="798513" y="19114350"/>
            <a:ext cx="9993312" cy="615950"/>
          </a:xfrm>
          <a:prstGeom prst="rect">
            <a:avLst/>
          </a:prstGeom>
          <a:solidFill>
            <a:srgbClr val="333399"/>
          </a:solidFill>
          <a:ln>
            <a:noFill/>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a:solidFill>
                  <a:srgbClr val="F8F8F8"/>
                </a:solidFill>
                <a:latin typeface="Arial Narrow"/>
                <a:ea typeface="Arial Narrow"/>
                <a:cs typeface="Arial Narrow"/>
                <a:sym typeface="Arial Narrow"/>
              </a:rPr>
              <a:t>Purpose</a:t>
            </a:r>
            <a:endParaRPr/>
          </a:p>
        </p:txBody>
      </p:sp>
      <p:sp>
        <p:nvSpPr>
          <p:cNvPr id="224" name="Google Shape;224;p53"/>
          <p:cNvSpPr txBox="1"/>
          <p:nvPr/>
        </p:nvSpPr>
        <p:spPr>
          <a:xfrm>
            <a:off x="11490325" y="5626100"/>
            <a:ext cx="9982200" cy="615950"/>
          </a:xfrm>
          <a:prstGeom prst="rect">
            <a:avLst/>
          </a:prstGeom>
          <a:solidFill>
            <a:srgbClr val="333399"/>
          </a:solidFill>
          <a:ln w="9525" cap="flat" cmpd="sng">
            <a:solidFill>
              <a:srgbClr val="333399"/>
            </a:solidFill>
            <a:prstDash val="solid"/>
            <a:miter lim="8000"/>
            <a:headEnd type="none" w="sm" len="sm"/>
            <a:tailEnd type="none" w="sm" len="sm"/>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a:solidFill>
                  <a:srgbClr val="F8F8F8"/>
                </a:solidFill>
                <a:latin typeface="Arial Narrow"/>
                <a:ea typeface="Arial Narrow"/>
                <a:cs typeface="Arial Narrow"/>
                <a:sym typeface="Arial Narrow"/>
              </a:rPr>
              <a:t>Methods </a:t>
            </a:r>
            <a:endParaRPr/>
          </a:p>
        </p:txBody>
      </p:sp>
      <p:sp>
        <p:nvSpPr>
          <p:cNvPr id="225" name="Google Shape;225;p53"/>
          <p:cNvSpPr txBox="1"/>
          <p:nvPr/>
        </p:nvSpPr>
        <p:spPr>
          <a:xfrm>
            <a:off x="11490324" y="6438453"/>
            <a:ext cx="9982200" cy="8401891"/>
          </a:xfrm>
          <a:prstGeom prst="rect">
            <a:avLst/>
          </a:prstGeom>
          <a:noFill/>
          <a:ln>
            <a:noFill/>
          </a:ln>
        </p:spPr>
        <p:txBody>
          <a:bodyPr spcFirstLastPara="1" wrap="square" lIns="456975" tIns="456975" rIns="456975" bIns="456975" anchor="t" anchorCtr="0">
            <a:noAutofit/>
          </a:bodyPr>
          <a:lstStyle/>
          <a:p>
            <a:pPr rtl="0">
              <a:spcBef>
                <a:spcPts val="1200"/>
              </a:spcBef>
              <a:spcAft>
                <a:spcPts val="1200"/>
              </a:spcAft>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Data Collection:</a:t>
            </a:r>
          </a:p>
          <a:p>
            <a:pPr marL="685800" indent="-685800" rtl="0">
              <a:spcBef>
                <a:spcPts val="1200"/>
              </a:spcBef>
              <a:spcAft>
                <a:spcPts val="1200"/>
              </a:spcAft>
              <a:buFont typeface="Arial" panose="020B0604020202020204" pitchFamily="34" charset="0"/>
              <a:buChar char="•"/>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Housing Data: Zillow Home Value Index - Single-Family homes data for state, county, and metro data</a:t>
            </a:r>
          </a:p>
          <a:p>
            <a:pPr marL="685800" indent="-685800" rtl="0">
              <a:spcBef>
                <a:spcPts val="1200"/>
              </a:spcBef>
              <a:spcAft>
                <a:spcPts val="1200"/>
              </a:spcAft>
              <a:buFont typeface="Arial" panose="020B0604020202020204" pitchFamily="34" charset="0"/>
              <a:buChar char="•"/>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Income Data: Median Household Income for state and county from HD Pulse (2018-22)</a:t>
            </a:r>
          </a:p>
          <a:p>
            <a:pPr rtl="0">
              <a:spcBef>
                <a:spcPts val="1200"/>
              </a:spcBef>
              <a:spcAft>
                <a:spcPts val="1200"/>
              </a:spcAft>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Data Exploration and Analysis</a:t>
            </a:r>
          </a:p>
          <a:p>
            <a:pPr marL="457200" indent="-457200" rtl="0">
              <a:spcBef>
                <a:spcPts val="1200"/>
              </a:spcBef>
              <a:spcAft>
                <a:spcPts val="1200"/>
              </a:spcAft>
              <a:buFont typeface="Arial" panose="020B0604020202020204" pitchFamily="34" charset="0"/>
              <a:buChar char="•"/>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Sorting and filtering of data through Excel</a:t>
            </a:r>
          </a:p>
          <a:p>
            <a:pPr marL="457200" indent="-457200" rtl="0">
              <a:spcBef>
                <a:spcPts val="1200"/>
              </a:spcBef>
              <a:spcAft>
                <a:spcPts val="1200"/>
              </a:spcAft>
              <a:buFont typeface="Arial" panose="020B0604020202020204" pitchFamily="34" charset="0"/>
              <a:buChar char="•"/>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Data visualization was mainly done using Python using three libraries – Pandas, Matplotlib, Seaborn</a:t>
            </a:r>
          </a:p>
        </p:txBody>
      </p:sp>
      <p:sp>
        <p:nvSpPr>
          <p:cNvPr id="226" name="Google Shape;226;p53"/>
          <p:cNvSpPr txBox="1"/>
          <p:nvPr/>
        </p:nvSpPr>
        <p:spPr>
          <a:xfrm>
            <a:off x="11305070" y="14793273"/>
            <a:ext cx="9982200" cy="615950"/>
          </a:xfrm>
          <a:prstGeom prst="rect">
            <a:avLst/>
          </a:prstGeom>
          <a:solidFill>
            <a:srgbClr val="333399"/>
          </a:solidFill>
          <a:ln w="9525" cap="flat" cmpd="sng">
            <a:solidFill>
              <a:srgbClr val="333399"/>
            </a:solidFill>
            <a:prstDash val="solid"/>
            <a:miter lim="8000"/>
            <a:headEnd type="none" w="sm" len="sm"/>
            <a:tailEnd type="none" w="sm" len="sm"/>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dirty="0">
                <a:solidFill>
                  <a:srgbClr val="F8F8F8"/>
                </a:solidFill>
                <a:latin typeface="Arial Narrow"/>
                <a:ea typeface="Arial Narrow"/>
                <a:cs typeface="Arial Narrow"/>
                <a:sym typeface="Arial Narrow"/>
              </a:rPr>
              <a:t>Results</a:t>
            </a:r>
            <a:endParaRPr dirty="0"/>
          </a:p>
        </p:txBody>
      </p:sp>
      <p:sp>
        <p:nvSpPr>
          <p:cNvPr id="227" name="Google Shape;227;p53"/>
          <p:cNvSpPr txBox="1"/>
          <p:nvPr/>
        </p:nvSpPr>
        <p:spPr>
          <a:xfrm>
            <a:off x="11538835" y="21214823"/>
            <a:ext cx="9982200" cy="3383677"/>
          </a:xfrm>
          <a:prstGeom prst="rect">
            <a:avLst/>
          </a:prstGeom>
          <a:noFill/>
          <a:ln>
            <a:noFill/>
          </a:ln>
        </p:spPr>
        <p:txBody>
          <a:bodyPr spcFirstLastPara="1" wrap="square" lIns="456975" tIns="456975" rIns="456975" bIns="456975" anchor="t" anchorCtr="0">
            <a:noAutofit/>
          </a:bodyPr>
          <a:lstStyle/>
          <a:p>
            <a:pPr marL="0" marR="0" lvl="0" indent="0" algn="l" rtl="0">
              <a:lnSpc>
                <a:spcPct val="100000"/>
              </a:lnSpc>
              <a:spcBef>
                <a:spcPts val="0"/>
              </a:spcBef>
              <a:spcAft>
                <a:spcPts val="0"/>
              </a:spcAft>
              <a:buClr>
                <a:schemeClr val="dk1"/>
              </a:buClr>
              <a:buFont typeface="Arial Narrow"/>
              <a:buNone/>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Narrow"/>
              </a:rPr>
              <a:t>House Prices across U.S. ranging from $157,094 to $827,629 in 2024</a:t>
            </a:r>
          </a:p>
          <a:p>
            <a:pPr marL="0" marR="0" lvl="0" indent="0" algn="l" rtl="0">
              <a:lnSpc>
                <a:spcPct val="100000"/>
              </a:lnSpc>
              <a:spcBef>
                <a:spcPts val="0"/>
              </a:spcBef>
              <a:spcAft>
                <a:spcPts val="0"/>
              </a:spcAft>
              <a:buClr>
                <a:schemeClr val="dk1"/>
              </a:buClr>
              <a:buFont typeface="Arial Narrow"/>
              <a:buNone/>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Narrow"/>
              </a:rPr>
              <a:t>Light Blue – Below ~$500,000</a:t>
            </a:r>
          </a:p>
          <a:p>
            <a:pPr marL="0" marR="0" lvl="0" indent="0" algn="l" rtl="0">
              <a:lnSpc>
                <a:spcPct val="100000"/>
              </a:lnSpc>
              <a:spcBef>
                <a:spcPts val="0"/>
              </a:spcBef>
              <a:spcAft>
                <a:spcPts val="0"/>
              </a:spcAft>
              <a:buClr>
                <a:schemeClr val="dk1"/>
              </a:buClr>
              <a:buFont typeface="Arial Narrow"/>
              <a:buNone/>
            </a:pP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sym typeface="Arial Narrow"/>
              </a:rPr>
              <a:t>Dark Blue – Above ~$500,000</a:t>
            </a:r>
            <a:endParaRPr sz="35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28" name="Google Shape;228;p53"/>
          <p:cNvSpPr txBox="1"/>
          <p:nvPr/>
        </p:nvSpPr>
        <p:spPr>
          <a:xfrm>
            <a:off x="22272625" y="5626100"/>
            <a:ext cx="9982200" cy="615950"/>
          </a:xfrm>
          <a:prstGeom prst="rect">
            <a:avLst/>
          </a:prstGeom>
          <a:solidFill>
            <a:srgbClr val="333399"/>
          </a:solidFill>
          <a:ln>
            <a:noFill/>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a:solidFill>
                  <a:srgbClr val="F8F8F8"/>
                </a:solidFill>
                <a:latin typeface="Arial Narrow"/>
                <a:ea typeface="Arial Narrow"/>
                <a:cs typeface="Arial Narrow"/>
                <a:sym typeface="Arial Narrow"/>
              </a:rPr>
              <a:t>Results</a:t>
            </a:r>
            <a:endParaRPr/>
          </a:p>
        </p:txBody>
      </p:sp>
      <p:sp>
        <p:nvSpPr>
          <p:cNvPr id="230" name="Google Shape;230;p53"/>
          <p:cNvSpPr txBox="1"/>
          <p:nvPr/>
        </p:nvSpPr>
        <p:spPr>
          <a:xfrm>
            <a:off x="33078738" y="5638800"/>
            <a:ext cx="9691687" cy="615950"/>
          </a:xfrm>
          <a:prstGeom prst="rect">
            <a:avLst/>
          </a:prstGeom>
          <a:solidFill>
            <a:srgbClr val="333399"/>
          </a:solidFill>
          <a:ln>
            <a:noFill/>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a:solidFill>
                  <a:srgbClr val="F8F8F8"/>
                </a:solidFill>
                <a:latin typeface="Arial Narrow"/>
                <a:ea typeface="Arial Narrow"/>
                <a:cs typeface="Arial Narrow"/>
                <a:sym typeface="Arial Narrow"/>
              </a:rPr>
              <a:t>Conclusion</a:t>
            </a:r>
            <a:endParaRPr/>
          </a:p>
        </p:txBody>
      </p:sp>
      <p:sp>
        <p:nvSpPr>
          <p:cNvPr id="231" name="Google Shape;231;p53"/>
          <p:cNvSpPr txBox="1"/>
          <p:nvPr/>
        </p:nvSpPr>
        <p:spPr>
          <a:xfrm flipH="1">
            <a:off x="32935465" y="11857431"/>
            <a:ext cx="9691687" cy="614362"/>
          </a:xfrm>
          <a:prstGeom prst="rect">
            <a:avLst/>
          </a:prstGeom>
          <a:solidFill>
            <a:srgbClr val="333399"/>
          </a:solidFill>
          <a:ln>
            <a:noFill/>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dirty="0">
                <a:solidFill>
                  <a:srgbClr val="F8F8F8"/>
                </a:solidFill>
                <a:latin typeface="Arial Narrow"/>
                <a:ea typeface="Arial Narrow"/>
                <a:cs typeface="Arial Narrow"/>
                <a:sym typeface="Arial Narrow"/>
              </a:rPr>
              <a:t>Next Steps</a:t>
            </a:r>
            <a:endParaRPr dirty="0"/>
          </a:p>
        </p:txBody>
      </p:sp>
      <p:sp>
        <p:nvSpPr>
          <p:cNvPr id="232" name="Google Shape;232;p53"/>
          <p:cNvSpPr txBox="1"/>
          <p:nvPr/>
        </p:nvSpPr>
        <p:spPr>
          <a:xfrm flipH="1">
            <a:off x="33127243" y="20058456"/>
            <a:ext cx="9691687" cy="615950"/>
          </a:xfrm>
          <a:prstGeom prst="rect">
            <a:avLst/>
          </a:prstGeom>
          <a:solidFill>
            <a:srgbClr val="333399"/>
          </a:solidFill>
          <a:ln>
            <a:noFill/>
          </a:ln>
        </p:spPr>
        <p:txBody>
          <a:bodyPr spcFirstLastPara="1" wrap="square" lIns="91200" tIns="45600" rIns="91200" bIns="45600" anchor="t" anchorCtr="0">
            <a:noAutofit/>
          </a:bodyPr>
          <a:lstStyle/>
          <a:p>
            <a:pPr marL="0" marR="0" lvl="0" indent="0" algn="ctr" rtl="0">
              <a:lnSpc>
                <a:spcPct val="100000"/>
              </a:lnSpc>
              <a:spcBef>
                <a:spcPts val="0"/>
              </a:spcBef>
              <a:spcAft>
                <a:spcPts val="0"/>
              </a:spcAft>
              <a:buClr>
                <a:srgbClr val="F8F8F8"/>
              </a:buClr>
              <a:buFont typeface="Arial Narrow"/>
              <a:buNone/>
            </a:pPr>
            <a:r>
              <a:rPr lang="en-US" sz="3400" b="1" i="0" u="none" strike="noStrike" cap="none">
                <a:solidFill>
                  <a:srgbClr val="F8F8F8"/>
                </a:solidFill>
                <a:latin typeface="Arial Narrow"/>
                <a:ea typeface="Arial Narrow"/>
                <a:cs typeface="Arial Narrow"/>
                <a:sym typeface="Arial Narrow"/>
              </a:rPr>
              <a:t>References</a:t>
            </a:r>
            <a:endParaRPr/>
          </a:p>
        </p:txBody>
      </p:sp>
      <p:sp>
        <p:nvSpPr>
          <p:cNvPr id="233" name="Google Shape;233;p53"/>
          <p:cNvSpPr txBox="1"/>
          <p:nvPr/>
        </p:nvSpPr>
        <p:spPr>
          <a:xfrm>
            <a:off x="33078737" y="6080835"/>
            <a:ext cx="9982200" cy="8509000"/>
          </a:xfrm>
          <a:prstGeom prst="rect">
            <a:avLst/>
          </a:prstGeom>
          <a:noFill/>
          <a:ln>
            <a:noFill/>
          </a:ln>
        </p:spPr>
        <p:txBody>
          <a:bodyPr spcFirstLastPara="1" wrap="square" lIns="456975" tIns="456975" rIns="456975" bIns="456975" anchor="t" anchorCtr="0">
            <a:noAutofit/>
          </a:bodyPr>
          <a:lstStyle/>
          <a:p>
            <a:pPr marL="0" marR="0">
              <a:lnSpc>
                <a:spcPct val="107000"/>
              </a:lnSpc>
              <a:spcBef>
                <a:spcPts val="1200"/>
              </a:spcBef>
            </a:pPr>
            <a:r>
              <a:rPr lang="en-US" sz="40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research done shows that rising home prices and median household income being disproportionate has become a major affordability issue. This trend is particularly shown greater in metropolitan areas where house prices exceed median household incomes.</a:t>
            </a:r>
          </a:p>
        </p:txBody>
      </p:sp>
      <p:sp>
        <p:nvSpPr>
          <p:cNvPr id="234" name="Google Shape;234;p53"/>
          <p:cNvSpPr txBox="1"/>
          <p:nvPr/>
        </p:nvSpPr>
        <p:spPr>
          <a:xfrm>
            <a:off x="33005337" y="12510396"/>
            <a:ext cx="9982200" cy="5896520"/>
          </a:xfrm>
          <a:prstGeom prst="rect">
            <a:avLst/>
          </a:prstGeom>
          <a:noFill/>
          <a:ln>
            <a:noFill/>
          </a:ln>
        </p:spPr>
        <p:txBody>
          <a:bodyPr spcFirstLastPara="1" wrap="square" lIns="456975" tIns="456975" rIns="456975" bIns="456975" anchor="t" anchorCtr="0">
            <a:noAutofit/>
          </a:bodyPr>
          <a:lstStyle/>
          <a:p>
            <a:pPr marL="0" marR="0" algn="just">
              <a:lnSpc>
                <a:spcPct val="107000"/>
              </a:lnSpc>
              <a:spcAft>
                <a:spcPts val="800"/>
              </a:spcAft>
            </a:pPr>
            <a:r>
              <a:rPr lang="en-US" sz="40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next steps are for the government to act. Additional and more comprehensive data is also needed to predict the long-term effects of this crisis. Without intervention, the economy can get unstable, making inflation worse, which will lead to higher house prices. Ultimately, this can put millions of Americans in financial hardship. With proper action taken, the affordable housing rates can increase.</a:t>
            </a:r>
          </a:p>
        </p:txBody>
      </p:sp>
      <p:sp>
        <p:nvSpPr>
          <p:cNvPr id="236" name="Google Shape;236;p53"/>
          <p:cNvSpPr txBox="1"/>
          <p:nvPr/>
        </p:nvSpPr>
        <p:spPr>
          <a:xfrm>
            <a:off x="693738" y="20115992"/>
            <a:ext cx="9974262" cy="10442297"/>
          </a:xfrm>
          <a:prstGeom prst="rect">
            <a:avLst/>
          </a:prstGeom>
          <a:noFill/>
          <a:ln>
            <a:noFill/>
          </a:ln>
        </p:spPr>
        <p:txBody>
          <a:bodyPr spcFirstLastPara="1" wrap="square" lIns="91425" tIns="45700" rIns="91425" bIns="45700" anchor="t" anchorCtr="0">
            <a:noAutofit/>
          </a:bodyPr>
          <a:lstStyle/>
          <a:p>
            <a:pPr marL="0" marR="0">
              <a:lnSpc>
                <a:spcPct val="107000"/>
              </a:lnSpc>
              <a:spcAft>
                <a:spcPts val="800"/>
              </a:spcAft>
            </a:pPr>
            <a:r>
              <a:rPr lang="en-US" sz="40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findings from this research are to gain a deeper understanding of the rising housing prices across the United States and to present a common trend that can help better explain why this might be true. More and more Americans have been complaining about rising housing prices. In this issue, there is an increasing number of people with affordability problems regarding housing prices, and this can cause problems to a huge number of Americans. </a:t>
            </a:r>
          </a:p>
          <a:p>
            <a:pPr marL="0" marR="0">
              <a:lnSpc>
                <a:spcPct val="107000"/>
              </a:lnSpc>
              <a:spcAft>
                <a:spcPts val="800"/>
              </a:spcAft>
            </a:pPr>
            <a:r>
              <a:rPr lang="en-US" sz="40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data gathered here will show the trend specifically between median household income and house prices. Additionally, the study will include housing price trends in certain regions. </a:t>
            </a:r>
          </a:p>
          <a:p>
            <a:br>
              <a:rPr lang="en-US" sz="40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40" name="Google Shape;240;p53"/>
          <p:cNvSpPr txBox="1"/>
          <p:nvPr/>
        </p:nvSpPr>
        <p:spPr>
          <a:xfrm>
            <a:off x="32981987" y="21019396"/>
            <a:ext cx="9982200" cy="11899004"/>
          </a:xfrm>
          <a:prstGeom prst="rect">
            <a:avLst/>
          </a:prstGeom>
          <a:noFill/>
          <a:ln>
            <a:noFill/>
          </a:ln>
        </p:spPr>
        <p:txBody>
          <a:bodyPr spcFirstLastPara="1" wrap="square" lIns="91425" tIns="45700" rIns="91425" bIns="45700" anchor="t" anchorCtr="0">
            <a:noAutofit/>
          </a:bodyPr>
          <a:lstStyle/>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Center for American Progress.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Americans Recognize Housing Affordability Crisis, Support New Policies to Fix the Market and Build More Homes.</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www.americanprogress.org/article/americans-recognize-housing-affordability-crisis-support-new-policies-to-fix-the-market-and-build-more-homes/.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Kline, Justin. “U.S. Homelessness Jumps to Another Record High, Amid Affordable Housing Shortage and Rising Costs.”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NPR</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27 Dec. 2024, www.npr.org/2024/12/27/us-homelessness-jumps-to-record-high.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National Institute on Minority Health and Health Disparities. </a:t>
            </a:r>
            <a:r>
              <a:rPr lang="en-US" sz="1900" i="1" kern="100" dirty="0" err="1">
                <a:effectLst/>
                <a:latin typeface="Times New Roman" panose="02020603050405020304" pitchFamily="18" charset="0"/>
                <a:ea typeface="Calibri" panose="020F0502020204030204" pitchFamily="34" charset="0"/>
                <a:cs typeface="Times New Roman" panose="02020603050405020304" pitchFamily="18" charset="0"/>
              </a:rPr>
              <a:t>HDPulse</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 An Ecosystem of Minority Health and Health Disparities Resources.</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hdpulse.nimhd.nih.gov.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National Low Income Housing Coalition. “The Gap: A Shortage of Affordable Homes.”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National Low Income Housing Coalition</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9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www.nlihc.org/gap</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U.S. Census Bureau, Population Division.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Annual and Cumulative Estimates of Resident Population Change for Metropolitan Statistical Areas in the United States and Puerto Rico and Metropolitan Statistical Area Rankings: April 1, 2020 to July 1, 2023 (CBSA-MET-EST2023-CHG).</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Mar. 2024.</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U.S. Department of Housing and Urban Development. “Affordable Housing.”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HUD Exchange</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9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www.hud.gov/program_offices/comm_planning/affordablehousing/</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200000"/>
              </a:lnSpc>
              <a:spcAft>
                <a:spcPts val="800"/>
              </a:spcAft>
            </a:pP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Zillow Research. </a:t>
            </a:r>
            <a:r>
              <a:rPr lang="en-US" sz="1900" i="1" kern="100" dirty="0">
                <a:effectLst/>
                <a:latin typeface="Times New Roman" panose="02020603050405020304" pitchFamily="18" charset="0"/>
                <a:ea typeface="Calibri" panose="020F0502020204030204" pitchFamily="34" charset="0"/>
                <a:cs typeface="Times New Roman" panose="02020603050405020304" pitchFamily="18" charset="0"/>
              </a:rPr>
              <a:t>Zillow.</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9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5"/>
              </a:rPr>
              <a:t>www.zillow.com/research</a:t>
            </a:r>
            <a:r>
              <a:rPr lang="en-US" sz="1900" kern="100" dirty="0">
                <a:effectLst/>
                <a:latin typeface="Times New Roman" panose="02020603050405020304" pitchFamily="18" charset="0"/>
                <a:ea typeface="Calibri" panose="020F0502020204030204" pitchFamily="34" charset="0"/>
                <a:cs typeface="Times New Roman" panose="02020603050405020304" pitchFamily="18" charset="0"/>
              </a:rPr>
              <a:t>. Accessed 2 Feb. 2025.</a:t>
            </a:r>
            <a:endParaRPr lang="en-US" sz="19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p:cNvSpPr txBox="1"/>
          <p:nvPr/>
        </p:nvSpPr>
        <p:spPr>
          <a:xfrm>
            <a:off x="9818434" y="1239961"/>
            <a:ext cx="32617569" cy="2554545"/>
          </a:xfrm>
          <a:prstGeom prst="rect">
            <a:avLst/>
          </a:prstGeom>
          <a:noFill/>
        </p:spPr>
        <p:txBody>
          <a:bodyPr wrap="square" rtlCol="0">
            <a:spAutoFit/>
          </a:bodyPr>
          <a:lstStyle/>
          <a:p>
            <a:pPr algn="ctr"/>
            <a:r>
              <a:rPr lang="en-US" sz="8000" b="1" dirty="0">
                <a:solidFill>
                  <a:schemeClr val="tx1"/>
                </a:solidFill>
              </a:rPr>
              <a:t>Correlation of Income and Housing Rates in the U.S.</a:t>
            </a:r>
          </a:p>
          <a:p>
            <a:pPr algn="ctr"/>
            <a:r>
              <a:rPr lang="en-US" sz="8000" b="1" dirty="0">
                <a:solidFill>
                  <a:schemeClr val="tx1"/>
                </a:solidFill>
              </a:rPr>
              <a:t>Team 22391-3</a:t>
            </a:r>
          </a:p>
        </p:txBody>
      </p:sp>
      <p:pic>
        <p:nvPicPr>
          <p:cNvPr id="5" name="Picture 4">
            <a:extLst>
              <a:ext uri="{FF2B5EF4-FFF2-40B4-BE49-F238E27FC236}">
                <a16:creationId xmlns:a16="http://schemas.microsoft.com/office/drawing/2014/main" id="{7E8FE570-3AAB-98A1-2B55-6B71E7942526}"/>
              </a:ext>
            </a:extLst>
          </p:cNvPr>
          <p:cNvPicPr>
            <a:picLocks noChangeAspect="1"/>
          </p:cNvPicPr>
          <p:nvPr/>
        </p:nvPicPr>
        <p:blipFill>
          <a:blip r:embed="rId6"/>
          <a:stretch>
            <a:fillRect/>
          </a:stretch>
        </p:blipFill>
        <p:spPr>
          <a:xfrm>
            <a:off x="1455197" y="282110"/>
            <a:ext cx="8774111" cy="5006974"/>
          </a:xfrm>
          <a:prstGeom prst="rect">
            <a:avLst/>
          </a:prstGeom>
        </p:spPr>
      </p:pic>
      <p:pic>
        <p:nvPicPr>
          <p:cNvPr id="1026" name="Picture 2">
            <a:extLst>
              <a:ext uri="{FF2B5EF4-FFF2-40B4-BE49-F238E27FC236}">
                <a16:creationId xmlns:a16="http://schemas.microsoft.com/office/drawing/2014/main" id="{2BF04868-87A0-7C26-FA26-C08F7DD6DC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29299" y="15900946"/>
            <a:ext cx="8904506" cy="55451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 graph showing the difference between the house prices and the house prices&#10;&#10;AI-generated content may be incorrect.">
            <a:extLst>
              <a:ext uri="{FF2B5EF4-FFF2-40B4-BE49-F238E27FC236}">
                <a16:creationId xmlns:a16="http://schemas.microsoft.com/office/drawing/2014/main" id="{A69DBF84-E9C9-F6C6-39A0-28FD3E86720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00692" y="6749555"/>
            <a:ext cx="10126063" cy="589652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9878C98-5893-8D2A-A3A8-139CC6C8F740}"/>
              </a:ext>
            </a:extLst>
          </p:cNvPr>
          <p:cNvSpPr txBox="1"/>
          <p:nvPr/>
        </p:nvSpPr>
        <p:spPr>
          <a:xfrm>
            <a:off x="22789189" y="13100259"/>
            <a:ext cx="9275947" cy="3323987"/>
          </a:xfrm>
          <a:prstGeom prst="rect">
            <a:avLst/>
          </a:prstGeom>
          <a:noFill/>
        </p:spPr>
        <p:txBody>
          <a:bodyPr wrap="square" rtlCol="0">
            <a:spAutoFit/>
          </a:bodyPr>
          <a:lstStyle/>
          <a:p>
            <a:r>
              <a:rPr lang="en-US" sz="35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correlation coefficient between house price and median household income across states is 0.8, a strong positive correlation which suggests that when income increases, house prices tend to increase. </a:t>
            </a: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Many states are significantly above the regression line.</a:t>
            </a:r>
          </a:p>
        </p:txBody>
      </p:sp>
      <p:pic>
        <p:nvPicPr>
          <p:cNvPr id="1030" name="Picture 6" descr="Average House Price across States (2000-2024)&#10;">
            <a:extLst>
              <a:ext uri="{FF2B5EF4-FFF2-40B4-BE49-F238E27FC236}">
                <a16:creationId xmlns:a16="http://schemas.microsoft.com/office/drawing/2014/main" id="{83A46873-2BB1-0952-BE2E-C2633AF516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15038" y="24100526"/>
            <a:ext cx="10130937" cy="55451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graph showing a line&#10;&#10;AI-generated content may be incorrect.">
            <a:extLst>
              <a:ext uri="{FF2B5EF4-FFF2-40B4-BE49-F238E27FC236}">
                <a16:creationId xmlns:a16="http://schemas.microsoft.com/office/drawing/2014/main" id="{9C7563C4-9D9C-BBB7-D073-78107E07711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156211" y="25952687"/>
            <a:ext cx="9611692" cy="460560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FDCB6C5-C39A-DAD3-8D37-DFFBAB2CEA59}"/>
              </a:ext>
            </a:extLst>
          </p:cNvPr>
          <p:cNvSpPr txBox="1"/>
          <p:nvPr/>
        </p:nvSpPr>
        <p:spPr>
          <a:xfrm>
            <a:off x="21945600" y="30870783"/>
            <a:ext cx="10309225" cy="1708160"/>
          </a:xfrm>
          <a:prstGeom prst="rect">
            <a:avLst/>
          </a:prstGeom>
          <a:noFill/>
        </p:spPr>
        <p:txBody>
          <a:bodyPr wrap="square" rtlCol="0">
            <a:spAutoFit/>
          </a:bodyPr>
          <a:lstStyle/>
          <a:p>
            <a:pPr>
              <a:spcBef>
                <a:spcPts val="1200"/>
              </a:spcBef>
              <a:spcAft>
                <a:spcPts val="1200"/>
              </a:spcAft>
            </a:pPr>
            <a:r>
              <a:rPr lang="en-US" sz="35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House price typically increases on a national scale. Ever since the pandemi</a:t>
            </a: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c, the price increased at a rapid rate especially in 2020 to 2022.</a:t>
            </a:r>
            <a:endParaRPr lang="en-US" sz="35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7C7C211-13CE-CFF5-F091-7F64F3CCA834}"/>
              </a:ext>
            </a:extLst>
          </p:cNvPr>
          <p:cNvSpPr txBox="1"/>
          <p:nvPr/>
        </p:nvSpPr>
        <p:spPr>
          <a:xfrm>
            <a:off x="22391870" y="22837854"/>
            <a:ext cx="8451543" cy="2785378"/>
          </a:xfrm>
          <a:prstGeom prst="rect">
            <a:avLst/>
          </a:prstGeom>
          <a:noFill/>
        </p:spPr>
        <p:txBody>
          <a:bodyPr wrap="square" rtlCol="0">
            <a:spAutoFit/>
          </a:bodyPr>
          <a:lstStyle/>
          <a:p>
            <a:r>
              <a:rPr lang="en-US" sz="35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 average house price in these regions were high. </a:t>
            </a:r>
            <a:endPar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35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These are areas that are the most and heavily populous in the country, nearly 40% of  the U.S. population.</a:t>
            </a:r>
            <a:endPar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C3199E7-27F9-D62A-FCD6-7E4CD6C21D23}"/>
              </a:ext>
            </a:extLst>
          </p:cNvPr>
          <p:cNvSpPr txBox="1"/>
          <p:nvPr/>
        </p:nvSpPr>
        <p:spPr>
          <a:xfrm>
            <a:off x="11162126" y="30032842"/>
            <a:ext cx="10130937" cy="2246769"/>
          </a:xfrm>
          <a:prstGeom prst="rect">
            <a:avLst/>
          </a:prstGeom>
          <a:noFill/>
        </p:spPr>
        <p:txBody>
          <a:bodyPr wrap="square" rtlCol="0">
            <a:spAutoFit/>
          </a:bodyPr>
          <a:lstStyle/>
          <a:p>
            <a:pPr>
              <a:spcBef>
                <a:spcPts val="1200"/>
              </a:spcBef>
              <a:spcAft>
                <a:spcPts val="1200"/>
              </a:spcAft>
            </a:pPr>
            <a:r>
              <a:rPr lang="en-US" sz="3500" b="0" i="0" u="none" strike="noStrike"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House price increases across the states throughout the years</a:t>
            </a:r>
            <a:r>
              <a:rPr lang="en-US" sz="35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35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This suggests that almost all the people are affected throughout the U.S., whether it be a big or small change. </a:t>
            </a:r>
          </a:p>
        </p:txBody>
      </p:sp>
      <p:pic>
        <p:nvPicPr>
          <p:cNvPr id="17" name="Picture 16" descr="Average House Price in Top 20 Metro Areas (by population) in US (2024)">
            <a:extLst>
              <a:ext uri="{FF2B5EF4-FFF2-40B4-BE49-F238E27FC236}">
                <a16:creationId xmlns:a16="http://schemas.microsoft.com/office/drawing/2014/main" id="{F3D7D688-7405-5D21-9CD1-64D63D3A7EA0}"/>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1179646" y="16858458"/>
            <a:ext cx="11564822" cy="5545184"/>
          </a:xfrm>
          <a:prstGeom prst="rect">
            <a:avLst/>
          </a:prstGeom>
          <a:noFill/>
          <a:ln>
            <a:noFill/>
          </a:ln>
        </p:spPr>
      </p:pic>
    </p:spTree>
  </p:cSld>
  <p:clrMapOvr>
    <a:masterClrMapping/>
  </p:clrMapOvr>
</p:sld>
</file>

<file path=ppt/theme/theme1.xml><?xml version="1.0" encoding="utf-8"?>
<a:theme xmlns:a="http://schemas.openxmlformats.org/drawingml/2006/main" name="1_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1256</TotalTime>
  <Words>832</Words>
  <Application>Microsoft Office PowerPoint</Application>
  <PresentationFormat>Custom</PresentationFormat>
  <Paragraphs>42</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Noto Symbol</vt:lpstr>
      <vt:lpstr>Arial</vt:lpstr>
      <vt:lpstr>Cabin</vt:lpstr>
      <vt:lpstr>Times New Roman</vt:lpstr>
      <vt:lpstr>Calibri</vt:lpstr>
      <vt:lpstr>Domine</vt:lpstr>
      <vt:lpstr>Arial Narrow</vt:lpstr>
      <vt:lpstr>1_Origin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Janice Cabahug</dc:creator>
  <cp:lastModifiedBy>Namit Vernekar</cp:lastModifiedBy>
  <cp:revision>13</cp:revision>
  <dcterms:modified xsi:type="dcterms:W3CDTF">2025-04-03T20:29:26Z</dcterms:modified>
</cp:coreProperties>
</file>